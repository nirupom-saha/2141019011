
<file path=[Content_Types].xml><?xml version="1.0" encoding="utf-8"?>
<Types xmlns="http://schemas.openxmlformats.org/package/2006/content-types">
  <Default Extension="gif" ContentType="image/gif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5" r:id="rId3"/>
    <p:sldId id="266" r:id="rId4"/>
    <p:sldId id="267" r:id="rId5"/>
    <p:sldId id="261" r:id="rId6"/>
    <p:sldId id="259" r:id="rId7"/>
    <p:sldId id="268" r:id="rId8"/>
    <p:sldId id="269" r:id="rId9"/>
    <p:sldId id="270" r:id="rId10"/>
    <p:sldId id="271" r:id="rId11"/>
    <p:sldId id="262" r:id="rId12"/>
    <p:sldId id="263" r:id="rId13"/>
    <p:sldId id="264" r:id="rId14"/>
  </p:sldIdLst>
  <p:sldSz cx="8128000" cy="4572000"/>
  <p:notesSz cx="8128000" cy="4572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F8B2B5-DD6F-489C-922F-C8004A9F74DE}" v="13" dt="2025-04-30T13:16:44.64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97" d="100"/>
          <a:sy n="97" d="100"/>
        </p:scale>
        <p:origin x="84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rupom Saha" userId="c039835370fe6958" providerId="LiveId" clId="{AEF8B2B5-DD6F-489C-922F-C8004A9F74DE}"/>
    <pc:docChg chg="undo custSel addSld delSld modSld sldOrd">
      <pc:chgData name="Nirupom Saha" userId="c039835370fe6958" providerId="LiveId" clId="{AEF8B2B5-DD6F-489C-922F-C8004A9F74DE}" dt="2025-04-30T13:27:32.550" v="891" actId="1076"/>
      <pc:docMkLst>
        <pc:docMk/>
      </pc:docMkLst>
      <pc:sldChg chg="addSp delSp modSp mod">
        <pc:chgData name="Nirupom Saha" userId="c039835370fe6958" providerId="LiveId" clId="{AEF8B2B5-DD6F-489C-922F-C8004A9F74DE}" dt="2025-04-30T11:49:25.929" v="6" actId="2085"/>
        <pc:sldMkLst>
          <pc:docMk/>
          <pc:sldMk cId="0" sldId="256"/>
        </pc:sldMkLst>
        <pc:spChg chg="add del">
          <ac:chgData name="Nirupom Saha" userId="c039835370fe6958" providerId="LiveId" clId="{AEF8B2B5-DD6F-489C-922F-C8004A9F74DE}" dt="2025-04-30T11:48:42.818" v="1" actId="478"/>
          <ac:spMkLst>
            <pc:docMk/>
            <pc:sldMk cId="0" sldId="256"/>
            <ac:spMk id="3" creationId="{2B7A8CB9-39A8-AD4C-766E-DA5C61F8F844}"/>
          </ac:spMkLst>
        </pc:spChg>
        <pc:spChg chg="add mod">
          <ac:chgData name="Nirupom Saha" userId="c039835370fe6958" providerId="LiveId" clId="{AEF8B2B5-DD6F-489C-922F-C8004A9F74DE}" dt="2025-04-30T11:49:25.929" v="6" actId="2085"/>
          <ac:spMkLst>
            <pc:docMk/>
            <pc:sldMk cId="0" sldId="256"/>
            <ac:spMk id="4" creationId="{E803182A-D10B-2FD5-400E-BC188EE75AC1}"/>
          </ac:spMkLst>
        </pc:spChg>
      </pc:sldChg>
      <pc:sldChg chg="addSp delSp modSp del mod">
        <pc:chgData name="Nirupom Saha" userId="c039835370fe6958" providerId="LiveId" clId="{AEF8B2B5-DD6F-489C-922F-C8004A9F74DE}" dt="2025-04-30T12:49:03.103" v="317" actId="2696"/>
        <pc:sldMkLst>
          <pc:docMk/>
          <pc:sldMk cId="0" sldId="257"/>
        </pc:sldMkLst>
        <pc:spChg chg="mod">
          <ac:chgData name="Nirupom Saha" userId="c039835370fe6958" providerId="LiveId" clId="{AEF8B2B5-DD6F-489C-922F-C8004A9F74DE}" dt="2025-04-30T12:41:07.427" v="264" actId="20577"/>
          <ac:spMkLst>
            <pc:docMk/>
            <pc:sldMk cId="0" sldId="257"/>
            <ac:spMk id="2" creationId="{00000000-0000-0000-0000-000000000000}"/>
          </ac:spMkLst>
        </pc:spChg>
        <pc:spChg chg="del mod">
          <ac:chgData name="Nirupom Saha" userId="c039835370fe6958" providerId="LiveId" clId="{AEF8B2B5-DD6F-489C-922F-C8004A9F74DE}" dt="2025-04-30T11:49:42.448" v="9" actId="478"/>
          <ac:spMkLst>
            <pc:docMk/>
            <pc:sldMk cId="0" sldId="257"/>
            <ac:spMk id="3" creationId="{00000000-0000-0000-0000-000000000000}"/>
          </ac:spMkLst>
        </pc:spChg>
        <pc:spChg chg="del">
          <ac:chgData name="Nirupom Saha" userId="c039835370fe6958" providerId="LiveId" clId="{AEF8B2B5-DD6F-489C-922F-C8004A9F74DE}" dt="2025-04-30T11:49:43.333" v="10" actId="478"/>
          <ac:spMkLst>
            <pc:docMk/>
            <pc:sldMk cId="0" sldId="257"/>
            <ac:spMk id="4" creationId="{00000000-0000-0000-0000-000000000000}"/>
          </ac:spMkLst>
        </pc:spChg>
        <pc:spChg chg="add del">
          <ac:chgData name="Nirupom Saha" userId="c039835370fe6958" providerId="LiveId" clId="{AEF8B2B5-DD6F-489C-922F-C8004A9F74DE}" dt="2025-04-30T11:49:55.366" v="12" actId="478"/>
          <ac:spMkLst>
            <pc:docMk/>
            <pc:sldMk cId="0" sldId="257"/>
            <ac:spMk id="5" creationId="{32142E30-6A60-5F8D-BB17-80AA1E77C31C}"/>
          </ac:spMkLst>
        </pc:spChg>
        <pc:spChg chg="add mod">
          <ac:chgData name="Nirupom Saha" userId="c039835370fe6958" providerId="LiveId" clId="{AEF8B2B5-DD6F-489C-922F-C8004A9F74DE}" dt="2025-04-30T11:50:08.144" v="15" actId="2085"/>
          <ac:spMkLst>
            <pc:docMk/>
            <pc:sldMk cId="0" sldId="257"/>
            <ac:spMk id="6" creationId="{7CAB3CD6-14B7-FF22-C04C-20389C4A4DDB}"/>
          </ac:spMkLst>
        </pc:spChg>
        <pc:spChg chg="add mod">
          <ac:chgData name="Nirupom Saha" userId="c039835370fe6958" providerId="LiveId" clId="{AEF8B2B5-DD6F-489C-922F-C8004A9F74DE}" dt="2025-04-30T12:43:11.642" v="287" actId="1076"/>
          <ac:spMkLst>
            <pc:docMk/>
            <pc:sldMk cId="0" sldId="257"/>
            <ac:spMk id="7" creationId="{7246C287-E057-EDDA-3401-B62268E1A31A}"/>
          </ac:spMkLst>
        </pc:spChg>
        <pc:spChg chg="add">
          <ac:chgData name="Nirupom Saha" userId="c039835370fe6958" providerId="LiveId" clId="{AEF8B2B5-DD6F-489C-922F-C8004A9F74DE}" dt="2025-04-30T11:54:57.540" v="19"/>
          <ac:spMkLst>
            <pc:docMk/>
            <pc:sldMk cId="0" sldId="257"/>
            <ac:spMk id="8" creationId="{7B68CEEB-A40D-C17A-D140-246E13C0BE90}"/>
          </ac:spMkLst>
        </pc:spChg>
        <pc:spChg chg="add del mod">
          <ac:chgData name="Nirupom Saha" userId="c039835370fe6958" providerId="LiveId" clId="{AEF8B2B5-DD6F-489C-922F-C8004A9F74DE}" dt="2025-04-30T11:55:25.592" v="23"/>
          <ac:spMkLst>
            <pc:docMk/>
            <pc:sldMk cId="0" sldId="257"/>
            <ac:spMk id="9" creationId="{60AD38A4-F490-A271-0F02-C9FE5496F7EE}"/>
          </ac:spMkLst>
        </pc:spChg>
      </pc:sldChg>
      <pc:sldChg chg="addSp delSp modSp del mod">
        <pc:chgData name="Nirupom Saha" userId="c039835370fe6958" providerId="LiveId" clId="{AEF8B2B5-DD6F-489C-922F-C8004A9F74DE}" dt="2025-04-30T12:43:42.555" v="299" actId="2696"/>
        <pc:sldMkLst>
          <pc:docMk/>
          <pc:sldMk cId="0" sldId="258"/>
        </pc:sldMkLst>
        <pc:spChg chg="del">
          <ac:chgData name="Nirupom Saha" userId="c039835370fe6958" providerId="LiveId" clId="{AEF8B2B5-DD6F-489C-922F-C8004A9F74DE}" dt="2025-04-30T12:43:28.937" v="294" actId="478"/>
          <ac:spMkLst>
            <pc:docMk/>
            <pc:sldMk cId="0" sldId="258"/>
            <ac:spMk id="7" creationId="{00000000-0000-0000-0000-000000000000}"/>
          </ac:spMkLst>
        </pc:spChg>
        <pc:spChg chg="del mod">
          <ac:chgData name="Nirupom Saha" userId="c039835370fe6958" providerId="LiveId" clId="{AEF8B2B5-DD6F-489C-922F-C8004A9F74DE}" dt="2025-04-30T11:58:15.755" v="53" actId="478"/>
          <ac:spMkLst>
            <pc:docMk/>
            <pc:sldMk cId="0" sldId="258"/>
            <ac:spMk id="8" creationId="{00000000-0000-0000-0000-000000000000}"/>
          </ac:spMkLst>
        </pc:spChg>
        <pc:spChg chg="del mod">
          <ac:chgData name="Nirupom Saha" userId="c039835370fe6958" providerId="LiveId" clId="{AEF8B2B5-DD6F-489C-922F-C8004A9F74DE}" dt="2025-04-30T12:43:31.442" v="296" actId="478"/>
          <ac:spMkLst>
            <pc:docMk/>
            <pc:sldMk cId="0" sldId="258"/>
            <ac:spMk id="10" creationId="{00000000-0000-0000-0000-000000000000}"/>
          </ac:spMkLst>
        </pc:spChg>
        <pc:spChg chg="del mod">
          <ac:chgData name="Nirupom Saha" userId="c039835370fe6958" providerId="LiveId" clId="{AEF8B2B5-DD6F-489C-922F-C8004A9F74DE}" dt="2025-04-30T12:43:28.382" v="293" actId="478"/>
          <ac:spMkLst>
            <pc:docMk/>
            <pc:sldMk cId="0" sldId="258"/>
            <ac:spMk id="11" creationId="{00000000-0000-0000-0000-000000000000}"/>
          </ac:spMkLst>
        </pc:spChg>
        <pc:spChg chg="del mod">
          <ac:chgData name="Nirupom Saha" userId="c039835370fe6958" providerId="LiveId" clId="{AEF8B2B5-DD6F-489C-922F-C8004A9F74DE}" dt="2025-04-30T12:43:33.177" v="297" actId="478"/>
          <ac:spMkLst>
            <pc:docMk/>
            <pc:sldMk cId="0" sldId="258"/>
            <ac:spMk id="12" creationId="{00000000-0000-0000-0000-000000000000}"/>
          </ac:spMkLst>
        </pc:spChg>
        <pc:spChg chg="del mod">
          <ac:chgData name="Nirupom Saha" userId="c039835370fe6958" providerId="LiveId" clId="{AEF8B2B5-DD6F-489C-922F-C8004A9F74DE}" dt="2025-04-30T12:43:35.003" v="298" actId="478"/>
          <ac:spMkLst>
            <pc:docMk/>
            <pc:sldMk cId="0" sldId="258"/>
            <ac:spMk id="13" creationId="{00000000-0000-0000-0000-000000000000}"/>
          </ac:spMkLst>
        </pc:spChg>
        <pc:picChg chg="del">
          <ac:chgData name="Nirupom Saha" userId="c039835370fe6958" providerId="LiveId" clId="{AEF8B2B5-DD6F-489C-922F-C8004A9F74DE}" dt="2025-04-30T12:43:27.386" v="292" actId="478"/>
          <ac:picMkLst>
            <pc:docMk/>
            <pc:sldMk cId="0" sldId="258"/>
            <ac:picMk id="2" creationId="{00000000-0000-0000-0000-000000000000}"/>
          </ac:picMkLst>
        </pc:picChg>
        <pc:picChg chg="del">
          <ac:chgData name="Nirupom Saha" userId="c039835370fe6958" providerId="LiveId" clId="{AEF8B2B5-DD6F-489C-922F-C8004A9F74DE}" dt="2025-04-30T12:43:26.647" v="291" actId="478"/>
          <ac:picMkLst>
            <pc:docMk/>
            <pc:sldMk cId="0" sldId="258"/>
            <ac:picMk id="3" creationId="{00000000-0000-0000-0000-000000000000}"/>
          </ac:picMkLst>
        </pc:picChg>
        <pc:picChg chg="del">
          <ac:chgData name="Nirupom Saha" userId="c039835370fe6958" providerId="LiveId" clId="{AEF8B2B5-DD6F-489C-922F-C8004A9F74DE}" dt="2025-04-30T12:43:25.126" v="289" actId="478"/>
          <ac:picMkLst>
            <pc:docMk/>
            <pc:sldMk cId="0" sldId="258"/>
            <ac:picMk id="4" creationId="{00000000-0000-0000-0000-000000000000}"/>
          </ac:picMkLst>
        </pc:picChg>
        <pc:picChg chg="del">
          <ac:chgData name="Nirupom Saha" userId="c039835370fe6958" providerId="LiveId" clId="{AEF8B2B5-DD6F-489C-922F-C8004A9F74DE}" dt="2025-04-30T12:43:26.060" v="290" actId="478"/>
          <ac:picMkLst>
            <pc:docMk/>
            <pc:sldMk cId="0" sldId="258"/>
            <ac:picMk id="5" creationId="{00000000-0000-0000-0000-000000000000}"/>
          </ac:picMkLst>
        </pc:picChg>
        <pc:picChg chg="add del mod">
          <ac:chgData name="Nirupom Saha" userId="c039835370fe6958" providerId="LiveId" clId="{AEF8B2B5-DD6F-489C-922F-C8004A9F74DE}" dt="2025-04-30T12:43:24.480" v="288" actId="478"/>
          <ac:picMkLst>
            <pc:docMk/>
            <pc:sldMk cId="0" sldId="258"/>
            <ac:picMk id="17" creationId="{2643E396-29E7-9685-2C8F-3ECD0BA43E6F}"/>
          </ac:picMkLst>
        </pc:picChg>
      </pc:sldChg>
      <pc:sldChg chg="addSp delSp modSp mod">
        <pc:chgData name="Nirupom Saha" userId="c039835370fe6958" providerId="LiveId" clId="{AEF8B2B5-DD6F-489C-922F-C8004A9F74DE}" dt="2025-04-30T13:20:51.953" v="813" actId="113"/>
        <pc:sldMkLst>
          <pc:docMk/>
          <pc:sldMk cId="0" sldId="259"/>
        </pc:sldMkLst>
        <pc:spChg chg="del mod">
          <ac:chgData name="Nirupom Saha" userId="c039835370fe6958" providerId="LiveId" clId="{AEF8B2B5-DD6F-489C-922F-C8004A9F74DE}" dt="2025-04-30T12:00:41.092" v="101" actId="478"/>
          <ac:spMkLst>
            <pc:docMk/>
            <pc:sldMk cId="0" sldId="259"/>
            <ac:spMk id="5" creationId="{00000000-0000-0000-0000-000000000000}"/>
          </ac:spMkLst>
        </pc:spChg>
        <pc:spChg chg="del mod">
          <ac:chgData name="Nirupom Saha" userId="c039835370fe6958" providerId="LiveId" clId="{AEF8B2B5-DD6F-489C-922F-C8004A9F74DE}" dt="2025-04-30T12:00:39.338" v="99" actId="478"/>
          <ac:spMkLst>
            <pc:docMk/>
            <pc:sldMk cId="0" sldId="259"/>
            <ac:spMk id="6" creationId="{00000000-0000-0000-0000-000000000000}"/>
          </ac:spMkLst>
        </pc:spChg>
        <pc:spChg chg="del">
          <ac:chgData name="Nirupom Saha" userId="c039835370fe6958" providerId="LiveId" clId="{AEF8B2B5-DD6F-489C-922F-C8004A9F74DE}" dt="2025-04-30T12:00:34.782" v="95" actId="478"/>
          <ac:spMkLst>
            <pc:docMk/>
            <pc:sldMk cId="0" sldId="259"/>
            <ac:spMk id="7" creationId="{00000000-0000-0000-0000-000000000000}"/>
          </ac:spMkLst>
        </pc:spChg>
        <pc:spChg chg="del">
          <ac:chgData name="Nirupom Saha" userId="c039835370fe6958" providerId="LiveId" clId="{AEF8B2B5-DD6F-489C-922F-C8004A9F74DE}" dt="2025-04-30T12:00:33.806" v="94" actId="478"/>
          <ac:spMkLst>
            <pc:docMk/>
            <pc:sldMk cId="0" sldId="259"/>
            <ac:spMk id="8" creationId="{00000000-0000-0000-0000-000000000000}"/>
          </ac:spMkLst>
        </pc:spChg>
        <pc:spChg chg="del">
          <ac:chgData name="Nirupom Saha" userId="c039835370fe6958" providerId="LiveId" clId="{AEF8B2B5-DD6F-489C-922F-C8004A9F74DE}" dt="2025-04-30T12:00:01.524" v="55" actId="478"/>
          <ac:spMkLst>
            <pc:docMk/>
            <pc:sldMk cId="0" sldId="259"/>
            <ac:spMk id="12" creationId="{00000000-0000-0000-0000-000000000000}"/>
          </ac:spMkLst>
        </pc:spChg>
        <pc:spChg chg="del">
          <ac:chgData name="Nirupom Saha" userId="c039835370fe6958" providerId="LiveId" clId="{AEF8B2B5-DD6F-489C-922F-C8004A9F74DE}" dt="2025-04-30T12:00:09.582" v="66" actId="478"/>
          <ac:spMkLst>
            <pc:docMk/>
            <pc:sldMk cId="0" sldId="259"/>
            <ac:spMk id="13" creationId="{00000000-0000-0000-0000-000000000000}"/>
          </ac:spMkLst>
        </pc:spChg>
        <pc:spChg chg="del mod">
          <ac:chgData name="Nirupom Saha" userId="c039835370fe6958" providerId="LiveId" clId="{AEF8B2B5-DD6F-489C-922F-C8004A9F74DE}" dt="2025-04-30T12:00:08.654" v="65" actId="478"/>
          <ac:spMkLst>
            <pc:docMk/>
            <pc:sldMk cId="0" sldId="259"/>
            <ac:spMk id="14" creationId="{00000000-0000-0000-0000-000000000000}"/>
          </ac:spMkLst>
        </pc:spChg>
        <pc:spChg chg="del mod">
          <ac:chgData name="Nirupom Saha" userId="c039835370fe6958" providerId="LiveId" clId="{AEF8B2B5-DD6F-489C-922F-C8004A9F74DE}" dt="2025-04-30T12:00:10.355" v="67" actId="478"/>
          <ac:spMkLst>
            <pc:docMk/>
            <pc:sldMk cId="0" sldId="259"/>
            <ac:spMk id="15" creationId="{00000000-0000-0000-0000-000000000000}"/>
          </ac:spMkLst>
        </pc:spChg>
        <pc:spChg chg="del mod">
          <ac:chgData name="Nirupom Saha" userId="c039835370fe6958" providerId="LiveId" clId="{AEF8B2B5-DD6F-489C-922F-C8004A9F74DE}" dt="2025-04-30T12:00:20.212" v="84" actId="478"/>
          <ac:spMkLst>
            <pc:docMk/>
            <pc:sldMk cId="0" sldId="259"/>
            <ac:spMk id="28" creationId="{00000000-0000-0000-0000-000000000000}"/>
          </ac:spMkLst>
        </pc:spChg>
        <pc:spChg chg="del mod">
          <ac:chgData name="Nirupom Saha" userId="c039835370fe6958" providerId="LiveId" clId="{AEF8B2B5-DD6F-489C-922F-C8004A9F74DE}" dt="2025-04-30T12:00:27.023" v="90" actId="478"/>
          <ac:spMkLst>
            <pc:docMk/>
            <pc:sldMk cId="0" sldId="259"/>
            <ac:spMk id="29" creationId="{00000000-0000-0000-0000-000000000000}"/>
          </ac:spMkLst>
        </pc:spChg>
        <pc:spChg chg="del mod">
          <ac:chgData name="Nirupom Saha" userId="c039835370fe6958" providerId="LiveId" clId="{AEF8B2B5-DD6F-489C-922F-C8004A9F74DE}" dt="2025-04-30T12:00:28.888" v="91" actId="478"/>
          <ac:spMkLst>
            <pc:docMk/>
            <pc:sldMk cId="0" sldId="259"/>
            <ac:spMk id="30" creationId="{00000000-0000-0000-0000-000000000000}"/>
          </ac:spMkLst>
        </pc:spChg>
        <pc:spChg chg="del mod">
          <ac:chgData name="Nirupom Saha" userId="c039835370fe6958" providerId="LiveId" clId="{AEF8B2B5-DD6F-489C-922F-C8004A9F74DE}" dt="2025-04-30T12:00:21.126" v="85" actId="478"/>
          <ac:spMkLst>
            <pc:docMk/>
            <pc:sldMk cId="0" sldId="259"/>
            <ac:spMk id="31" creationId="{00000000-0000-0000-0000-000000000000}"/>
          </ac:spMkLst>
        </pc:spChg>
        <pc:spChg chg="del">
          <ac:chgData name="Nirupom Saha" userId="c039835370fe6958" providerId="LiveId" clId="{AEF8B2B5-DD6F-489C-922F-C8004A9F74DE}" dt="2025-04-30T12:00:30.955" v="92" actId="478"/>
          <ac:spMkLst>
            <pc:docMk/>
            <pc:sldMk cId="0" sldId="259"/>
            <ac:spMk id="32" creationId="{00000000-0000-0000-0000-000000000000}"/>
          </ac:spMkLst>
        </pc:spChg>
        <pc:spChg chg="del">
          <ac:chgData name="Nirupom Saha" userId="c039835370fe6958" providerId="LiveId" clId="{AEF8B2B5-DD6F-489C-922F-C8004A9F74DE}" dt="2025-04-30T12:00:32.393" v="93" actId="478"/>
          <ac:spMkLst>
            <pc:docMk/>
            <pc:sldMk cId="0" sldId="259"/>
            <ac:spMk id="36" creationId="{00000000-0000-0000-0000-000000000000}"/>
          </ac:spMkLst>
        </pc:spChg>
        <pc:spChg chg="add del mod">
          <ac:chgData name="Nirupom Saha" userId="c039835370fe6958" providerId="LiveId" clId="{AEF8B2B5-DD6F-489C-922F-C8004A9F74DE}" dt="2025-04-30T12:00:37.618" v="97" actId="478"/>
          <ac:spMkLst>
            <pc:docMk/>
            <pc:sldMk cId="0" sldId="259"/>
            <ac:spMk id="40" creationId="{1C81B817-5424-AD47-679C-F3AC92B552C4}"/>
          </ac:spMkLst>
        </pc:spChg>
        <pc:spChg chg="add del mod">
          <ac:chgData name="Nirupom Saha" userId="c039835370fe6958" providerId="LiveId" clId="{AEF8B2B5-DD6F-489C-922F-C8004A9F74DE}" dt="2025-04-30T12:33:18.440" v="238" actId="478"/>
          <ac:spMkLst>
            <pc:docMk/>
            <pc:sldMk cId="0" sldId="259"/>
            <ac:spMk id="47" creationId="{E9310A6C-D56D-C86B-43B1-6CDA6BA21B0C}"/>
          </ac:spMkLst>
        </pc:spChg>
        <pc:spChg chg="add mod">
          <ac:chgData name="Nirupom Saha" userId="c039835370fe6958" providerId="LiveId" clId="{AEF8B2B5-DD6F-489C-922F-C8004A9F74DE}" dt="2025-04-30T13:05:58.320" v="569" actId="120"/>
          <ac:spMkLst>
            <pc:docMk/>
            <pc:sldMk cId="0" sldId="259"/>
            <ac:spMk id="48" creationId="{010AC4D3-95E5-F985-3C9B-4DC9ADF6957A}"/>
          </ac:spMkLst>
        </pc:spChg>
        <pc:spChg chg="add mod">
          <ac:chgData name="Nirupom Saha" userId="c039835370fe6958" providerId="LiveId" clId="{AEF8B2B5-DD6F-489C-922F-C8004A9F74DE}" dt="2025-04-30T13:20:51.953" v="813" actId="113"/>
          <ac:spMkLst>
            <pc:docMk/>
            <pc:sldMk cId="0" sldId="259"/>
            <ac:spMk id="49" creationId="{B3164E61-0FD4-FD63-3CED-1FF1ED68E1DF}"/>
          </ac:spMkLst>
        </pc:spChg>
        <pc:grpChg chg="del">
          <ac:chgData name="Nirupom Saha" userId="c039835370fe6958" providerId="LiveId" clId="{AEF8B2B5-DD6F-489C-922F-C8004A9F74DE}" dt="2025-04-30T12:00:11.555" v="68" actId="478"/>
          <ac:grpSpMkLst>
            <pc:docMk/>
            <pc:sldMk cId="0" sldId="259"/>
            <ac:grpSpMk id="9" creationId="{00000000-0000-0000-0000-000000000000}"/>
          </ac:grpSpMkLst>
        </pc:grpChg>
        <pc:grpChg chg="del">
          <ac:chgData name="Nirupom Saha" userId="c039835370fe6958" providerId="LiveId" clId="{AEF8B2B5-DD6F-489C-922F-C8004A9F74DE}" dt="2025-04-30T12:00:02.212" v="56" actId="478"/>
          <ac:grpSpMkLst>
            <pc:docMk/>
            <pc:sldMk cId="0" sldId="259"/>
            <ac:grpSpMk id="16" creationId="{00000000-0000-0000-0000-000000000000}"/>
          </ac:grpSpMkLst>
        </pc:grpChg>
        <pc:grpChg chg="del">
          <ac:chgData name="Nirupom Saha" userId="c039835370fe6958" providerId="LiveId" clId="{AEF8B2B5-DD6F-489C-922F-C8004A9F74DE}" dt="2025-04-30T12:00:13.187" v="70" actId="478"/>
          <ac:grpSpMkLst>
            <pc:docMk/>
            <pc:sldMk cId="0" sldId="259"/>
            <ac:grpSpMk id="20" creationId="{00000000-0000-0000-0000-000000000000}"/>
          </ac:grpSpMkLst>
        </pc:grpChg>
        <pc:grpChg chg="del">
          <ac:chgData name="Nirupom Saha" userId="c039835370fe6958" providerId="LiveId" clId="{AEF8B2B5-DD6F-489C-922F-C8004A9F74DE}" dt="2025-04-30T12:00:12.238" v="69" actId="478"/>
          <ac:grpSpMkLst>
            <pc:docMk/>
            <pc:sldMk cId="0" sldId="259"/>
            <ac:grpSpMk id="24" creationId="{00000000-0000-0000-0000-000000000000}"/>
          </ac:grpSpMkLst>
        </pc:grpChg>
        <pc:grpChg chg="del">
          <ac:chgData name="Nirupom Saha" userId="c039835370fe6958" providerId="LiveId" clId="{AEF8B2B5-DD6F-489C-922F-C8004A9F74DE}" dt="2025-04-30T12:00:14.467" v="71" actId="478"/>
          <ac:grpSpMkLst>
            <pc:docMk/>
            <pc:sldMk cId="0" sldId="259"/>
            <ac:grpSpMk id="33" creationId="{00000000-0000-0000-0000-000000000000}"/>
          </ac:grpSpMkLst>
        </pc:grpChg>
        <pc:picChg chg="del">
          <ac:chgData name="Nirupom Saha" userId="c039835370fe6958" providerId="LiveId" clId="{AEF8B2B5-DD6F-489C-922F-C8004A9F74DE}" dt="2025-04-30T12:00:00.491" v="54" actId="478"/>
          <ac:picMkLst>
            <pc:docMk/>
            <pc:sldMk cId="0" sldId="259"/>
            <ac:picMk id="2" creationId="{00000000-0000-0000-0000-000000000000}"/>
          </ac:picMkLst>
        </pc:picChg>
        <pc:picChg chg="del">
          <ac:chgData name="Nirupom Saha" userId="c039835370fe6958" providerId="LiveId" clId="{AEF8B2B5-DD6F-489C-922F-C8004A9F74DE}" dt="2025-04-30T12:00:15.222" v="72" actId="478"/>
          <ac:picMkLst>
            <pc:docMk/>
            <pc:sldMk cId="0" sldId="259"/>
            <ac:picMk id="3" creationId="{00000000-0000-0000-0000-000000000000}"/>
          </ac:picMkLst>
        </pc:picChg>
        <pc:picChg chg="del">
          <ac:chgData name="Nirupom Saha" userId="c039835370fe6958" providerId="LiveId" clId="{AEF8B2B5-DD6F-489C-922F-C8004A9F74DE}" dt="2025-04-30T12:00:22.289" v="86" actId="478"/>
          <ac:picMkLst>
            <pc:docMk/>
            <pc:sldMk cId="0" sldId="259"/>
            <ac:picMk id="4" creationId="{00000000-0000-0000-0000-000000000000}"/>
          </ac:picMkLst>
        </pc:picChg>
        <pc:picChg chg="add mod modCrop">
          <ac:chgData name="Nirupom Saha" userId="c039835370fe6958" providerId="LiveId" clId="{AEF8B2B5-DD6F-489C-922F-C8004A9F74DE}" dt="2025-04-30T13:06:32.224" v="571" actId="732"/>
          <ac:picMkLst>
            <pc:docMk/>
            <pc:sldMk cId="0" sldId="259"/>
            <ac:picMk id="42" creationId="{E29A3509-EE70-24E2-C596-1333FA565C01}"/>
          </ac:picMkLst>
        </pc:picChg>
        <pc:picChg chg="add del mod">
          <ac:chgData name="Nirupom Saha" userId="c039835370fe6958" providerId="LiveId" clId="{AEF8B2B5-DD6F-489C-922F-C8004A9F74DE}" dt="2025-04-30T12:20:14.943" v="223" actId="478"/>
          <ac:picMkLst>
            <pc:docMk/>
            <pc:sldMk cId="0" sldId="259"/>
            <ac:picMk id="44" creationId="{F502C7B9-3E4B-01C3-0061-A9FB049F1B04}"/>
          </ac:picMkLst>
        </pc:picChg>
        <pc:picChg chg="add del mod">
          <ac:chgData name="Nirupom Saha" userId="c039835370fe6958" providerId="LiveId" clId="{AEF8B2B5-DD6F-489C-922F-C8004A9F74DE}" dt="2025-04-30T12:34:48.282" v="239" actId="478"/>
          <ac:picMkLst>
            <pc:docMk/>
            <pc:sldMk cId="0" sldId="259"/>
            <ac:picMk id="46" creationId="{4C0F5482-C33E-09FD-2538-7AFA6E9AF725}"/>
          </ac:picMkLst>
        </pc:picChg>
      </pc:sldChg>
      <pc:sldChg chg="del">
        <pc:chgData name="Nirupom Saha" userId="c039835370fe6958" providerId="LiveId" clId="{AEF8B2B5-DD6F-489C-922F-C8004A9F74DE}" dt="2025-04-30T12:57:13.105" v="403" actId="2696"/>
        <pc:sldMkLst>
          <pc:docMk/>
          <pc:sldMk cId="0" sldId="260"/>
        </pc:sldMkLst>
      </pc:sldChg>
      <pc:sldChg chg="addSp delSp modSp mod ord">
        <pc:chgData name="Nirupom Saha" userId="c039835370fe6958" providerId="LiveId" clId="{AEF8B2B5-DD6F-489C-922F-C8004A9F74DE}" dt="2025-04-30T13:02:51.117" v="501" actId="1076"/>
        <pc:sldMkLst>
          <pc:docMk/>
          <pc:sldMk cId="0" sldId="261"/>
        </pc:sldMkLst>
        <pc:spChg chg="del">
          <ac:chgData name="Nirupom Saha" userId="c039835370fe6958" providerId="LiveId" clId="{AEF8B2B5-DD6F-489C-922F-C8004A9F74DE}" dt="2025-04-30T13:02:10.663" v="494" actId="478"/>
          <ac:spMkLst>
            <pc:docMk/>
            <pc:sldMk cId="0" sldId="261"/>
            <ac:spMk id="4" creationId="{00000000-0000-0000-0000-000000000000}"/>
          </ac:spMkLst>
        </pc:spChg>
        <pc:spChg chg="mod">
          <ac:chgData name="Nirupom Saha" userId="c039835370fe6958" providerId="LiveId" clId="{AEF8B2B5-DD6F-489C-922F-C8004A9F74DE}" dt="2025-04-30T12:57:34.540" v="406" actId="2711"/>
          <ac:spMkLst>
            <pc:docMk/>
            <pc:sldMk cId="0" sldId="261"/>
            <ac:spMk id="5" creationId="{00000000-0000-0000-0000-000000000000}"/>
          </ac:spMkLst>
        </pc:spChg>
        <pc:spChg chg="del mod">
          <ac:chgData name="Nirupom Saha" userId="c039835370fe6958" providerId="LiveId" clId="{AEF8B2B5-DD6F-489C-922F-C8004A9F74DE}" dt="2025-04-30T12:59:31.037" v="447" actId="478"/>
          <ac:spMkLst>
            <pc:docMk/>
            <pc:sldMk cId="0" sldId="261"/>
            <ac:spMk id="6" creationId="{00000000-0000-0000-0000-000000000000}"/>
          </ac:spMkLst>
        </pc:spChg>
        <pc:spChg chg="mod">
          <ac:chgData name="Nirupom Saha" userId="c039835370fe6958" providerId="LiveId" clId="{AEF8B2B5-DD6F-489C-922F-C8004A9F74DE}" dt="2025-04-30T13:02:42.945" v="500" actId="1076"/>
          <ac:spMkLst>
            <pc:docMk/>
            <pc:sldMk cId="0" sldId="261"/>
            <ac:spMk id="7" creationId="{00000000-0000-0000-0000-000000000000}"/>
          </ac:spMkLst>
        </pc:spChg>
        <pc:spChg chg="mod">
          <ac:chgData name="Nirupom Saha" userId="c039835370fe6958" providerId="LiveId" clId="{AEF8B2B5-DD6F-489C-922F-C8004A9F74DE}" dt="2025-04-30T13:02:51.117" v="501" actId="1076"/>
          <ac:spMkLst>
            <pc:docMk/>
            <pc:sldMk cId="0" sldId="261"/>
            <ac:spMk id="8" creationId="{00000000-0000-0000-0000-000000000000}"/>
          </ac:spMkLst>
        </pc:spChg>
        <pc:spChg chg="add mod">
          <ac:chgData name="Nirupom Saha" userId="c039835370fe6958" providerId="LiveId" clId="{AEF8B2B5-DD6F-489C-922F-C8004A9F74DE}" dt="2025-04-30T13:02:29.332" v="497" actId="113"/>
          <ac:spMkLst>
            <pc:docMk/>
            <pc:sldMk cId="0" sldId="261"/>
            <ac:spMk id="11" creationId="{EBA05FCD-2D51-0BD4-226F-9DD272EF9742}"/>
          </ac:spMkLst>
        </pc:spChg>
      </pc:sldChg>
      <pc:sldChg chg="delSp modSp mod">
        <pc:chgData name="Nirupom Saha" userId="c039835370fe6958" providerId="LiveId" clId="{AEF8B2B5-DD6F-489C-922F-C8004A9F74DE}" dt="2025-04-30T13:23:07.279" v="835" actId="2711"/>
        <pc:sldMkLst>
          <pc:docMk/>
          <pc:sldMk cId="0" sldId="262"/>
        </pc:sldMkLst>
        <pc:spChg chg="del">
          <ac:chgData name="Nirupom Saha" userId="c039835370fe6958" providerId="LiveId" clId="{AEF8B2B5-DD6F-489C-922F-C8004A9F74DE}" dt="2025-04-30T13:22:04.795" v="824" actId="478"/>
          <ac:spMkLst>
            <pc:docMk/>
            <pc:sldMk cId="0" sldId="262"/>
            <ac:spMk id="5" creationId="{00000000-0000-0000-0000-000000000000}"/>
          </ac:spMkLst>
        </pc:spChg>
        <pc:spChg chg="mod">
          <ac:chgData name="Nirupom Saha" userId="c039835370fe6958" providerId="LiveId" clId="{AEF8B2B5-DD6F-489C-922F-C8004A9F74DE}" dt="2025-04-30T13:23:07.279" v="835" actId="2711"/>
          <ac:spMkLst>
            <pc:docMk/>
            <pc:sldMk cId="0" sldId="262"/>
            <ac:spMk id="7" creationId="{00000000-0000-0000-0000-000000000000}"/>
          </ac:spMkLst>
        </pc:spChg>
        <pc:spChg chg="mod">
          <ac:chgData name="Nirupom Saha" userId="c039835370fe6958" providerId="LiveId" clId="{AEF8B2B5-DD6F-489C-922F-C8004A9F74DE}" dt="2025-04-30T13:22:32.269" v="830" actId="1076"/>
          <ac:spMkLst>
            <pc:docMk/>
            <pc:sldMk cId="0" sldId="262"/>
            <ac:spMk id="8" creationId="{00000000-0000-0000-0000-000000000000}"/>
          </ac:spMkLst>
        </pc:spChg>
        <pc:spChg chg="mod">
          <ac:chgData name="Nirupom Saha" userId="c039835370fe6958" providerId="LiveId" clId="{AEF8B2B5-DD6F-489C-922F-C8004A9F74DE}" dt="2025-04-30T13:22:22.692" v="828" actId="255"/>
          <ac:spMkLst>
            <pc:docMk/>
            <pc:sldMk cId="0" sldId="262"/>
            <ac:spMk id="9" creationId="{00000000-0000-0000-0000-000000000000}"/>
          </ac:spMkLst>
        </pc:spChg>
        <pc:spChg chg="mod">
          <ac:chgData name="Nirupom Saha" userId="c039835370fe6958" providerId="LiveId" clId="{AEF8B2B5-DD6F-489C-922F-C8004A9F74DE}" dt="2025-04-30T13:22:26.638" v="829" actId="255"/>
          <ac:spMkLst>
            <pc:docMk/>
            <pc:sldMk cId="0" sldId="262"/>
            <ac:spMk id="10" creationId="{00000000-0000-0000-0000-000000000000}"/>
          </ac:spMkLst>
        </pc:spChg>
        <pc:spChg chg="mod">
          <ac:chgData name="Nirupom Saha" userId="c039835370fe6958" providerId="LiveId" clId="{AEF8B2B5-DD6F-489C-922F-C8004A9F74DE}" dt="2025-04-30T13:22:44.939" v="831" actId="255"/>
          <ac:spMkLst>
            <pc:docMk/>
            <pc:sldMk cId="0" sldId="262"/>
            <ac:spMk id="11" creationId="{00000000-0000-0000-0000-000000000000}"/>
          </ac:spMkLst>
        </pc:spChg>
        <pc:spChg chg="mod">
          <ac:chgData name="Nirupom Saha" userId="c039835370fe6958" providerId="LiveId" clId="{AEF8B2B5-DD6F-489C-922F-C8004A9F74DE}" dt="2025-04-30T13:22:53.054" v="832" actId="255"/>
          <ac:spMkLst>
            <pc:docMk/>
            <pc:sldMk cId="0" sldId="262"/>
            <ac:spMk id="12" creationId="{00000000-0000-0000-0000-000000000000}"/>
          </ac:spMkLst>
        </pc:spChg>
        <pc:spChg chg="mod">
          <ac:chgData name="Nirupom Saha" userId="c039835370fe6958" providerId="LiveId" clId="{AEF8B2B5-DD6F-489C-922F-C8004A9F74DE}" dt="2025-04-30T13:22:57.024" v="833" actId="255"/>
          <ac:spMkLst>
            <pc:docMk/>
            <pc:sldMk cId="0" sldId="262"/>
            <ac:spMk id="13" creationId="{00000000-0000-0000-0000-000000000000}"/>
          </ac:spMkLst>
        </pc:spChg>
      </pc:sldChg>
      <pc:sldChg chg="addSp delSp modSp mod">
        <pc:chgData name="Nirupom Saha" userId="c039835370fe6958" providerId="LiveId" clId="{AEF8B2B5-DD6F-489C-922F-C8004A9F74DE}" dt="2025-04-30T13:27:10.454" v="877" actId="1035"/>
        <pc:sldMkLst>
          <pc:docMk/>
          <pc:sldMk cId="0" sldId="263"/>
        </pc:sldMkLst>
        <pc:spChg chg="del">
          <ac:chgData name="Nirupom Saha" userId="c039835370fe6958" providerId="LiveId" clId="{AEF8B2B5-DD6F-489C-922F-C8004A9F74DE}" dt="2025-04-30T13:25:51.320" v="861" actId="478"/>
          <ac:spMkLst>
            <pc:docMk/>
            <pc:sldMk cId="0" sldId="263"/>
            <ac:spMk id="13" creationId="{00000000-0000-0000-0000-000000000000}"/>
          </ac:spMkLst>
        </pc:spChg>
        <pc:spChg chg="del">
          <ac:chgData name="Nirupom Saha" userId="c039835370fe6958" providerId="LiveId" clId="{AEF8B2B5-DD6F-489C-922F-C8004A9F74DE}" dt="2025-04-30T13:25:55.522" v="864" actId="478"/>
          <ac:spMkLst>
            <pc:docMk/>
            <pc:sldMk cId="0" sldId="263"/>
            <ac:spMk id="17" creationId="{00000000-0000-0000-0000-000000000000}"/>
          </ac:spMkLst>
        </pc:spChg>
        <pc:spChg chg="del">
          <ac:chgData name="Nirupom Saha" userId="c039835370fe6958" providerId="LiveId" clId="{AEF8B2B5-DD6F-489C-922F-C8004A9F74DE}" dt="2025-04-30T13:26:16.685" v="870" actId="478"/>
          <ac:spMkLst>
            <pc:docMk/>
            <pc:sldMk cId="0" sldId="263"/>
            <ac:spMk id="21" creationId="{00000000-0000-0000-0000-000000000000}"/>
          </ac:spMkLst>
        </pc:spChg>
        <pc:spChg chg="del mod">
          <ac:chgData name="Nirupom Saha" userId="c039835370fe6958" providerId="LiveId" clId="{AEF8B2B5-DD6F-489C-922F-C8004A9F74DE}" dt="2025-04-30T13:25:39.869" v="850" actId="478"/>
          <ac:spMkLst>
            <pc:docMk/>
            <pc:sldMk cId="0" sldId="263"/>
            <ac:spMk id="22" creationId="{00000000-0000-0000-0000-000000000000}"/>
          </ac:spMkLst>
        </pc:spChg>
        <pc:spChg chg="del mod">
          <ac:chgData name="Nirupom Saha" userId="c039835370fe6958" providerId="LiveId" clId="{AEF8B2B5-DD6F-489C-922F-C8004A9F74DE}" dt="2025-04-30T13:25:41.581" v="851" actId="478"/>
          <ac:spMkLst>
            <pc:docMk/>
            <pc:sldMk cId="0" sldId="263"/>
            <ac:spMk id="23" creationId="{00000000-0000-0000-0000-000000000000}"/>
          </ac:spMkLst>
        </pc:spChg>
        <pc:spChg chg="del mod">
          <ac:chgData name="Nirupom Saha" userId="c039835370fe6958" providerId="LiveId" clId="{AEF8B2B5-DD6F-489C-922F-C8004A9F74DE}" dt="2025-04-30T13:25:46.018" v="856" actId="478"/>
          <ac:spMkLst>
            <pc:docMk/>
            <pc:sldMk cId="0" sldId="263"/>
            <ac:spMk id="24" creationId="{00000000-0000-0000-0000-000000000000}"/>
          </ac:spMkLst>
        </pc:spChg>
        <pc:spChg chg="del mod">
          <ac:chgData name="Nirupom Saha" userId="c039835370fe6958" providerId="LiveId" clId="{AEF8B2B5-DD6F-489C-922F-C8004A9F74DE}" dt="2025-04-30T13:25:48.791" v="859" actId="478"/>
          <ac:spMkLst>
            <pc:docMk/>
            <pc:sldMk cId="0" sldId="263"/>
            <ac:spMk id="25" creationId="{00000000-0000-0000-0000-000000000000}"/>
          </ac:spMkLst>
        </pc:spChg>
        <pc:spChg chg="del">
          <ac:chgData name="Nirupom Saha" userId="c039835370fe6958" providerId="LiveId" clId="{AEF8B2B5-DD6F-489C-922F-C8004A9F74DE}" dt="2025-04-30T13:25:54.267" v="863" actId="478"/>
          <ac:spMkLst>
            <pc:docMk/>
            <pc:sldMk cId="0" sldId="263"/>
            <ac:spMk id="26" creationId="{00000000-0000-0000-0000-000000000000}"/>
          </ac:spMkLst>
        </pc:spChg>
        <pc:spChg chg="add del mod">
          <ac:chgData name="Nirupom Saha" userId="c039835370fe6958" providerId="LiveId" clId="{AEF8B2B5-DD6F-489C-922F-C8004A9F74DE}" dt="2025-04-30T13:26:19.546" v="871" actId="478"/>
          <ac:spMkLst>
            <pc:docMk/>
            <pc:sldMk cId="0" sldId="263"/>
            <ac:spMk id="30" creationId="{6B2D97AB-6200-2E60-68B4-38274402A22F}"/>
          </ac:spMkLst>
        </pc:spChg>
        <pc:grpChg chg="del">
          <ac:chgData name="Nirupom Saha" userId="c039835370fe6958" providerId="LiveId" clId="{AEF8B2B5-DD6F-489C-922F-C8004A9F74DE}" dt="2025-04-30T13:25:33.614" v="849" actId="478"/>
          <ac:grpSpMkLst>
            <pc:docMk/>
            <pc:sldMk cId="0" sldId="263"/>
            <ac:grpSpMk id="7" creationId="{00000000-0000-0000-0000-000000000000}"/>
          </ac:grpSpMkLst>
        </pc:grpChg>
        <pc:grpChg chg="del">
          <ac:chgData name="Nirupom Saha" userId="c039835370fe6958" providerId="LiveId" clId="{AEF8B2B5-DD6F-489C-922F-C8004A9F74DE}" dt="2025-04-30T13:25:42.671" v="852" actId="478"/>
          <ac:grpSpMkLst>
            <pc:docMk/>
            <pc:sldMk cId="0" sldId="263"/>
            <ac:grpSpMk id="10" creationId="{00000000-0000-0000-0000-000000000000}"/>
          </ac:grpSpMkLst>
        </pc:grpChg>
        <pc:grpChg chg="del">
          <ac:chgData name="Nirupom Saha" userId="c039835370fe6958" providerId="LiveId" clId="{AEF8B2B5-DD6F-489C-922F-C8004A9F74DE}" dt="2025-04-30T13:25:58.245" v="866" actId="478"/>
          <ac:grpSpMkLst>
            <pc:docMk/>
            <pc:sldMk cId="0" sldId="263"/>
            <ac:grpSpMk id="14" creationId="{00000000-0000-0000-0000-000000000000}"/>
          </ac:grpSpMkLst>
        </pc:grpChg>
        <pc:picChg chg="del">
          <ac:chgData name="Nirupom Saha" userId="c039835370fe6958" providerId="LiveId" clId="{AEF8B2B5-DD6F-489C-922F-C8004A9F74DE}" dt="2025-04-30T13:25:44.479" v="854" actId="478"/>
          <ac:picMkLst>
            <pc:docMk/>
            <pc:sldMk cId="0" sldId="263"/>
            <ac:picMk id="2" creationId="{00000000-0000-0000-0000-000000000000}"/>
          </ac:picMkLst>
        </pc:picChg>
        <pc:picChg chg="del">
          <ac:chgData name="Nirupom Saha" userId="c039835370fe6958" providerId="LiveId" clId="{AEF8B2B5-DD6F-489C-922F-C8004A9F74DE}" dt="2025-04-30T13:25:30.809" v="846" actId="478"/>
          <ac:picMkLst>
            <pc:docMk/>
            <pc:sldMk cId="0" sldId="263"/>
            <ac:picMk id="3" creationId="{00000000-0000-0000-0000-000000000000}"/>
          </ac:picMkLst>
        </pc:picChg>
        <pc:picChg chg="del">
          <ac:chgData name="Nirupom Saha" userId="c039835370fe6958" providerId="LiveId" clId="{AEF8B2B5-DD6F-489C-922F-C8004A9F74DE}" dt="2025-04-30T13:25:56.959" v="865" actId="478"/>
          <ac:picMkLst>
            <pc:docMk/>
            <pc:sldMk cId="0" sldId="263"/>
            <ac:picMk id="4" creationId="{00000000-0000-0000-0000-000000000000}"/>
          </ac:picMkLst>
        </pc:picChg>
        <pc:picChg chg="del">
          <ac:chgData name="Nirupom Saha" userId="c039835370fe6958" providerId="LiveId" clId="{AEF8B2B5-DD6F-489C-922F-C8004A9F74DE}" dt="2025-04-30T13:25:52.248" v="862" actId="478"/>
          <ac:picMkLst>
            <pc:docMk/>
            <pc:sldMk cId="0" sldId="263"/>
            <ac:picMk id="5" creationId="{00000000-0000-0000-0000-000000000000}"/>
          </ac:picMkLst>
        </pc:picChg>
        <pc:picChg chg="del">
          <ac:chgData name="Nirupom Saha" userId="c039835370fe6958" providerId="LiveId" clId="{AEF8B2B5-DD6F-489C-922F-C8004A9F74DE}" dt="2025-04-30T13:25:43.570" v="853" actId="478"/>
          <ac:picMkLst>
            <pc:docMk/>
            <pc:sldMk cId="0" sldId="263"/>
            <ac:picMk id="18" creationId="{00000000-0000-0000-0000-000000000000}"/>
          </ac:picMkLst>
        </pc:picChg>
        <pc:picChg chg="del">
          <ac:chgData name="Nirupom Saha" userId="c039835370fe6958" providerId="LiveId" clId="{AEF8B2B5-DD6F-489C-922F-C8004A9F74DE}" dt="2025-04-30T13:25:46.852" v="857" actId="478"/>
          <ac:picMkLst>
            <pc:docMk/>
            <pc:sldMk cId="0" sldId="263"/>
            <ac:picMk id="19" creationId="{00000000-0000-0000-0000-000000000000}"/>
          </ac:picMkLst>
        </pc:picChg>
        <pc:picChg chg="del">
          <ac:chgData name="Nirupom Saha" userId="c039835370fe6958" providerId="LiveId" clId="{AEF8B2B5-DD6F-489C-922F-C8004A9F74DE}" dt="2025-04-30T13:25:49.923" v="860" actId="478"/>
          <ac:picMkLst>
            <pc:docMk/>
            <pc:sldMk cId="0" sldId="263"/>
            <ac:picMk id="20" creationId="{00000000-0000-0000-0000-000000000000}"/>
          </ac:picMkLst>
        </pc:picChg>
        <pc:picChg chg="add mod">
          <ac:chgData name="Nirupom Saha" userId="c039835370fe6958" providerId="LiveId" clId="{AEF8B2B5-DD6F-489C-922F-C8004A9F74DE}" dt="2025-04-30T13:27:10.454" v="877" actId="1035"/>
          <ac:picMkLst>
            <pc:docMk/>
            <pc:sldMk cId="0" sldId="263"/>
            <ac:picMk id="28" creationId="{08C8CA7F-75CD-0045-46F3-1A868B19542B}"/>
          </ac:picMkLst>
        </pc:picChg>
      </pc:sldChg>
      <pc:sldChg chg="addSp delSp modSp mod">
        <pc:chgData name="Nirupom Saha" userId="c039835370fe6958" providerId="LiveId" clId="{AEF8B2B5-DD6F-489C-922F-C8004A9F74DE}" dt="2025-04-30T13:27:32.550" v="891" actId="1076"/>
        <pc:sldMkLst>
          <pc:docMk/>
          <pc:sldMk cId="0" sldId="264"/>
        </pc:sldMkLst>
        <pc:spChg chg="del">
          <ac:chgData name="Nirupom Saha" userId="c039835370fe6958" providerId="LiveId" clId="{AEF8B2B5-DD6F-489C-922F-C8004A9F74DE}" dt="2025-04-30T13:23:51.021" v="845" actId="478"/>
          <ac:spMkLst>
            <pc:docMk/>
            <pc:sldMk cId="0" sldId="264"/>
            <ac:spMk id="5" creationId="{00000000-0000-0000-0000-000000000000}"/>
          </ac:spMkLst>
        </pc:spChg>
        <pc:spChg chg="mod">
          <ac:chgData name="Nirupom Saha" userId="c039835370fe6958" providerId="LiveId" clId="{AEF8B2B5-DD6F-489C-922F-C8004A9F74DE}" dt="2025-04-30T13:27:32.550" v="891" actId="1076"/>
          <ac:spMkLst>
            <pc:docMk/>
            <pc:sldMk cId="0" sldId="264"/>
            <ac:spMk id="6" creationId="{00000000-0000-0000-0000-000000000000}"/>
          </ac:spMkLst>
        </pc:spChg>
        <pc:spChg chg="del">
          <ac:chgData name="Nirupom Saha" userId="c039835370fe6958" providerId="LiveId" clId="{AEF8B2B5-DD6F-489C-922F-C8004A9F74DE}" dt="2025-04-30T13:23:46.023" v="843" actId="478"/>
          <ac:spMkLst>
            <pc:docMk/>
            <pc:sldMk cId="0" sldId="264"/>
            <ac:spMk id="7" creationId="{00000000-0000-0000-0000-000000000000}"/>
          </ac:spMkLst>
        </pc:spChg>
        <pc:spChg chg="del mod">
          <ac:chgData name="Nirupom Saha" userId="c039835370fe6958" providerId="LiveId" clId="{AEF8B2B5-DD6F-489C-922F-C8004A9F74DE}" dt="2025-04-30T13:23:43.097" v="842" actId="478"/>
          <ac:spMkLst>
            <pc:docMk/>
            <pc:sldMk cId="0" sldId="264"/>
            <ac:spMk id="8" creationId="{00000000-0000-0000-0000-000000000000}"/>
          </ac:spMkLst>
        </pc:spChg>
        <pc:picChg chg="add del mod">
          <ac:chgData name="Nirupom Saha" userId="c039835370fe6958" providerId="LiveId" clId="{AEF8B2B5-DD6F-489C-922F-C8004A9F74DE}" dt="2025-04-30T13:23:40.099" v="840" actId="478"/>
          <ac:picMkLst>
            <pc:docMk/>
            <pc:sldMk cId="0" sldId="264"/>
            <ac:picMk id="2" creationId="{00000000-0000-0000-0000-000000000000}"/>
          </ac:picMkLst>
        </pc:picChg>
        <pc:picChg chg="del">
          <ac:chgData name="Nirupom Saha" userId="c039835370fe6958" providerId="LiveId" clId="{AEF8B2B5-DD6F-489C-922F-C8004A9F74DE}" dt="2025-04-30T13:23:47.134" v="844" actId="478"/>
          <ac:picMkLst>
            <pc:docMk/>
            <pc:sldMk cId="0" sldId="264"/>
            <ac:picMk id="4" creationId="{00000000-0000-0000-0000-000000000000}"/>
          </ac:picMkLst>
        </pc:picChg>
      </pc:sldChg>
      <pc:sldChg chg="addSp modSp add mod">
        <pc:chgData name="Nirupom Saha" userId="c039835370fe6958" providerId="LiveId" clId="{AEF8B2B5-DD6F-489C-922F-C8004A9F74DE}" dt="2025-04-30T12:46:43.204" v="316" actId="14100"/>
        <pc:sldMkLst>
          <pc:docMk/>
          <pc:sldMk cId="2820806445" sldId="265"/>
        </pc:sldMkLst>
        <pc:picChg chg="add mod modCrop">
          <ac:chgData name="Nirupom Saha" userId="c039835370fe6958" providerId="LiveId" clId="{AEF8B2B5-DD6F-489C-922F-C8004A9F74DE}" dt="2025-04-30T12:46:43.204" v="316" actId="14100"/>
          <ac:picMkLst>
            <pc:docMk/>
            <pc:sldMk cId="2820806445" sldId="265"/>
            <ac:picMk id="4" creationId="{F780D57B-0ECA-F295-3668-6B7461DC5836}"/>
          </ac:picMkLst>
        </pc:picChg>
      </pc:sldChg>
      <pc:sldChg chg="delSp modSp add mod">
        <pc:chgData name="Nirupom Saha" userId="c039835370fe6958" providerId="LiveId" clId="{AEF8B2B5-DD6F-489C-922F-C8004A9F74DE}" dt="2025-04-30T12:52:13.814" v="351" actId="14100"/>
        <pc:sldMkLst>
          <pc:docMk/>
          <pc:sldMk cId="4289448973" sldId="266"/>
        </pc:sldMkLst>
        <pc:spChg chg="mod">
          <ac:chgData name="Nirupom Saha" userId="c039835370fe6958" providerId="LiveId" clId="{AEF8B2B5-DD6F-489C-922F-C8004A9F74DE}" dt="2025-04-30T12:49:49.885" v="321" actId="2711"/>
          <ac:spMkLst>
            <pc:docMk/>
            <pc:sldMk cId="4289448973" sldId="266"/>
            <ac:spMk id="2" creationId="{380618A2-46FE-42C8-96B2-A7ED063330E8}"/>
          </ac:spMkLst>
        </pc:spChg>
        <pc:spChg chg="mod">
          <ac:chgData name="Nirupom Saha" userId="c039835370fe6958" providerId="LiveId" clId="{AEF8B2B5-DD6F-489C-922F-C8004A9F74DE}" dt="2025-04-30T12:52:13.814" v="351" actId="14100"/>
          <ac:spMkLst>
            <pc:docMk/>
            <pc:sldMk cId="4289448973" sldId="266"/>
            <ac:spMk id="7" creationId="{523A1C79-3690-DF11-0A3A-98763B7DE099}"/>
          </ac:spMkLst>
        </pc:spChg>
        <pc:picChg chg="del">
          <ac:chgData name="Nirupom Saha" userId="c039835370fe6958" providerId="LiveId" clId="{AEF8B2B5-DD6F-489C-922F-C8004A9F74DE}" dt="2025-04-30T12:49:08.690" v="319" actId="478"/>
          <ac:picMkLst>
            <pc:docMk/>
            <pc:sldMk cId="4289448973" sldId="266"/>
            <ac:picMk id="4" creationId="{B55EF9F2-ED6E-FB70-BF5B-495D0FC8D9AA}"/>
          </ac:picMkLst>
        </pc:picChg>
      </pc:sldChg>
      <pc:sldChg chg="addSp delSp modSp add mod">
        <pc:chgData name="Nirupom Saha" userId="c039835370fe6958" providerId="LiveId" clId="{AEF8B2B5-DD6F-489C-922F-C8004A9F74DE}" dt="2025-04-30T12:55:06.289" v="402" actId="14100"/>
        <pc:sldMkLst>
          <pc:docMk/>
          <pc:sldMk cId="2356915340" sldId="267"/>
        </pc:sldMkLst>
        <pc:spChg chg="mod">
          <ac:chgData name="Nirupom Saha" userId="c039835370fe6958" providerId="LiveId" clId="{AEF8B2B5-DD6F-489C-922F-C8004A9F74DE}" dt="2025-04-30T12:54:17.882" v="386" actId="20577"/>
          <ac:spMkLst>
            <pc:docMk/>
            <pc:sldMk cId="2356915340" sldId="267"/>
            <ac:spMk id="2" creationId="{89597EE0-28D4-E7E2-F779-AAD9FE2965E3}"/>
          </ac:spMkLst>
        </pc:spChg>
        <pc:spChg chg="del mod">
          <ac:chgData name="Nirupom Saha" userId="c039835370fe6958" providerId="LiveId" clId="{AEF8B2B5-DD6F-489C-922F-C8004A9F74DE}" dt="2025-04-30T12:54:43.195" v="396" actId="478"/>
          <ac:spMkLst>
            <pc:docMk/>
            <pc:sldMk cId="2356915340" sldId="267"/>
            <ac:spMk id="7" creationId="{48D9A0B8-0B2D-A840-8393-8AE7F8634C61}"/>
          </ac:spMkLst>
        </pc:spChg>
        <pc:picChg chg="add mod">
          <ac:chgData name="Nirupom Saha" userId="c039835370fe6958" providerId="LiveId" clId="{AEF8B2B5-DD6F-489C-922F-C8004A9F74DE}" dt="2025-04-30T12:55:06.289" v="402" actId="14100"/>
          <ac:picMkLst>
            <pc:docMk/>
            <pc:sldMk cId="2356915340" sldId="267"/>
            <ac:picMk id="4" creationId="{8A7C8F59-3278-A4F1-C7BF-1CBBC238B186}"/>
          </ac:picMkLst>
        </pc:picChg>
      </pc:sldChg>
      <pc:sldChg chg="modSp add mod ord">
        <pc:chgData name="Nirupom Saha" userId="c039835370fe6958" providerId="LiveId" clId="{AEF8B2B5-DD6F-489C-922F-C8004A9F74DE}" dt="2025-04-30T13:11:07.209" v="643" actId="255"/>
        <pc:sldMkLst>
          <pc:docMk/>
          <pc:sldMk cId="3606068729" sldId="268"/>
        </pc:sldMkLst>
        <pc:spChg chg="mod">
          <ac:chgData name="Nirupom Saha" userId="c039835370fe6958" providerId="LiveId" clId="{AEF8B2B5-DD6F-489C-922F-C8004A9F74DE}" dt="2025-04-30T13:10:09.106" v="627" actId="20577"/>
          <ac:spMkLst>
            <pc:docMk/>
            <pc:sldMk cId="3606068729" sldId="268"/>
            <ac:spMk id="2" creationId="{6BE895FD-945F-A855-2E05-BBFD6AB85B4F}"/>
          </ac:spMkLst>
        </pc:spChg>
        <pc:spChg chg="mod">
          <ac:chgData name="Nirupom Saha" userId="c039835370fe6958" providerId="LiveId" clId="{AEF8B2B5-DD6F-489C-922F-C8004A9F74DE}" dt="2025-04-30T13:11:07.209" v="643" actId="255"/>
          <ac:spMkLst>
            <pc:docMk/>
            <pc:sldMk cId="3606068729" sldId="268"/>
            <ac:spMk id="7" creationId="{BA9C3096-CBF9-D12B-94CF-29BF298D4623}"/>
          </ac:spMkLst>
        </pc:spChg>
      </pc:sldChg>
      <pc:sldChg chg="addSp delSp modSp add mod">
        <pc:chgData name="Nirupom Saha" userId="c039835370fe6958" providerId="LiveId" clId="{AEF8B2B5-DD6F-489C-922F-C8004A9F74DE}" dt="2025-04-30T13:15:00.637" v="722" actId="1076"/>
        <pc:sldMkLst>
          <pc:docMk/>
          <pc:sldMk cId="2873955061" sldId="269"/>
        </pc:sldMkLst>
        <pc:spChg chg="del">
          <ac:chgData name="Nirupom Saha" userId="c039835370fe6958" providerId="LiveId" clId="{AEF8B2B5-DD6F-489C-922F-C8004A9F74DE}" dt="2025-04-30T13:12:41.284" v="647" actId="478"/>
          <ac:spMkLst>
            <pc:docMk/>
            <pc:sldMk cId="2873955061" sldId="269"/>
            <ac:spMk id="2" creationId="{84223791-2FF3-BEE9-150D-384E375BD65D}"/>
          </ac:spMkLst>
        </pc:spChg>
        <pc:spChg chg="add del mod">
          <ac:chgData name="Nirupom Saha" userId="c039835370fe6958" providerId="LiveId" clId="{AEF8B2B5-DD6F-489C-922F-C8004A9F74DE}" dt="2025-04-30T13:12:43.719" v="648" actId="478"/>
          <ac:spMkLst>
            <pc:docMk/>
            <pc:sldMk cId="2873955061" sldId="269"/>
            <ac:spMk id="4" creationId="{F1AFDB20-500B-76F0-9D3B-79C203779B29}"/>
          </ac:spMkLst>
        </pc:spChg>
        <pc:spChg chg="del mod">
          <ac:chgData name="Nirupom Saha" userId="c039835370fe6958" providerId="LiveId" clId="{AEF8B2B5-DD6F-489C-922F-C8004A9F74DE}" dt="2025-04-30T13:12:39.699" v="646" actId="478"/>
          <ac:spMkLst>
            <pc:docMk/>
            <pc:sldMk cId="2873955061" sldId="269"/>
            <ac:spMk id="7" creationId="{B5A26A14-2289-438D-CB93-32E749FCADBD}"/>
          </ac:spMkLst>
        </pc:spChg>
        <pc:spChg chg="add mod">
          <ac:chgData name="Nirupom Saha" userId="c039835370fe6958" providerId="LiveId" clId="{AEF8B2B5-DD6F-489C-922F-C8004A9F74DE}" dt="2025-04-30T13:15:00.637" v="722" actId="1076"/>
          <ac:spMkLst>
            <pc:docMk/>
            <pc:sldMk cId="2873955061" sldId="269"/>
            <ac:spMk id="9" creationId="{4A190770-4584-F1FB-9B3D-0CB070F26627}"/>
          </ac:spMkLst>
        </pc:spChg>
        <pc:picChg chg="add mod">
          <ac:chgData name="Nirupom Saha" userId="c039835370fe6958" providerId="LiveId" clId="{AEF8B2B5-DD6F-489C-922F-C8004A9F74DE}" dt="2025-04-30T13:14:55.291" v="721" actId="14100"/>
          <ac:picMkLst>
            <pc:docMk/>
            <pc:sldMk cId="2873955061" sldId="269"/>
            <ac:picMk id="8" creationId="{582959E9-0DD7-53B3-3DCA-122C9DFD722F}"/>
          </ac:picMkLst>
        </pc:picChg>
      </pc:sldChg>
      <pc:sldChg chg="new del">
        <pc:chgData name="Nirupom Saha" userId="c039835370fe6958" providerId="LiveId" clId="{AEF8B2B5-DD6F-489C-922F-C8004A9F74DE}" dt="2025-04-30T13:15:42.668" v="724" actId="2696"/>
        <pc:sldMkLst>
          <pc:docMk/>
          <pc:sldMk cId="2798923286" sldId="270"/>
        </pc:sldMkLst>
      </pc:sldChg>
      <pc:sldChg chg="addSp delSp modSp add mod">
        <pc:chgData name="Nirupom Saha" userId="c039835370fe6958" providerId="LiveId" clId="{AEF8B2B5-DD6F-489C-922F-C8004A9F74DE}" dt="2025-04-30T13:17:14.491" v="759" actId="1076"/>
        <pc:sldMkLst>
          <pc:docMk/>
          <pc:sldMk cId="3650979731" sldId="270"/>
        </pc:sldMkLst>
        <pc:spChg chg="mod">
          <ac:chgData name="Nirupom Saha" userId="c039835370fe6958" providerId="LiveId" clId="{AEF8B2B5-DD6F-489C-922F-C8004A9F74DE}" dt="2025-04-30T13:15:59.893" v="745" actId="20577"/>
          <ac:spMkLst>
            <pc:docMk/>
            <pc:sldMk cId="3650979731" sldId="270"/>
            <ac:spMk id="9" creationId="{96E66C4A-A726-F4EC-9F44-9751D1ADB608}"/>
          </ac:spMkLst>
        </pc:spChg>
        <pc:picChg chg="add mod modCrop">
          <ac:chgData name="Nirupom Saha" userId="c039835370fe6958" providerId="LiveId" clId="{AEF8B2B5-DD6F-489C-922F-C8004A9F74DE}" dt="2025-04-30T13:17:14.491" v="759" actId="1076"/>
          <ac:picMkLst>
            <pc:docMk/>
            <pc:sldMk cId="3650979731" sldId="270"/>
            <ac:picMk id="3" creationId="{73E806DA-F4D9-F1E0-D658-74C58910ECF7}"/>
          </ac:picMkLst>
        </pc:picChg>
        <pc:picChg chg="del">
          <ac:chgData name="Nirupom Saha" userId="c039835370fe6958" providerId="LiveId" clId="{AEF8B2B5-DD6F-489C-922F-C8004A9F74DE}" dt="2025-04-30T13:16:42.896" v="746" actId="478"/>
          <ac:picMkLst>
            <pc:docMk/>
            <pc:sldMk cId="3650979731" sldId="270"/>
            <ac:picMk id="8" creationId="{4C3113F2-74CC-68FA-157F-D2839E49075F}"/>
          </ac:picMkLst>
        </pc:picChg>
      </pc:sldChg>
      <pc:sldChg chg="modSp add mod ord">
        <pc:chgData name="Nirupom Saha" userId="c039835370fe6958" providerId="LiveId" clId="{AEF8B2B5-DD6F-489C-922F-C8004A9F74DE}" dt="2025-04-30T13:20:39.684" v="810" actId="113"/>
        <pc:sldMkLst>
          <pc:docMk/>
          <pc:sldMk cId="307745991" sldId="271"/>
        </pc:sldMkLst>
        <pc:spChg chg="mod">
          <ac:chgData name="Nirupom Saha" userId="c039835370fe6958" providerId="LiveId" clId="{AEF8B2B5-DD6F-489C-922F-C8004A9F74DE}" dt="2025-04-30T13:18:07.196" v="780" actId="20577"/>
          <ac:spMkLst>
            <pc:docMk/>
            <pc:sldMk cId="307745991" sldId="271"/>
            <ac:spMk id="48" creationId="{9C92BB94-1E00-EDF6-8708-CB3DC614529D}"/>
          </ac:spMkLst>
        </pc:spChg>
        <pc:spChg chg="mod">
          <ac:chgData name="Nirupom Saha" userId="c039835370fe6958" providerId="LiveId" clId="{AEF8B2B5-DD6F-489C-922F-C8004A9F74DE}" dt="2025-04-30T13:20:39.684" v="810" actId="113"/>
          <ac:spMkLst>
            <pc:docMk/>
            <pc:sldMk cId="307745991" sldId="271"/>
            <ac:spMk id="49" creationId="{53CD9D87-6B1A-5A73-CF83-322466289DE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09600" y="1417320"/>
            <a:ext cx="6908800" cy="960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rgbClr val="11111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219200" y="2560320"/>
            <a:ext cx="5689600" cy="1143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50" b="0" i="0">
                <a:solidFill>
                  <a:srgbClr val="11111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50" b="0" i="0">
                <a:solidFill>
                  <a:srgbClr val="11111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06400" y="1051560"/>
            <a:ext cx="3535680" cy="3017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185920" y="1051560"/>
            <a:ext cx="3535680" cy="3017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243072"/>
            <a:ext cx="1590856" cy="132892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30856" y="0"/>
            <a:ext cx="941714" cy="1274064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6613333" y="4194047"/>
            <a:ext cx="1350645" cy="210820"/>
          </a:xfrm>
          <a:custGeom>
            <a:avLst/>
            <a:gdLst/>
            <a:ahLst/>
            <a:cxnLst/>
            <a:rect l="l" t="t" r="r" b="b"/>
            <a:pathLst>
              <a:path w="1350645" h="210820">
                <a:moveTo>
                  <a:pt x="1350264" y="210311"/>
                </a:moveTo>
                <a:lnTo>
                  <a:pt x="0" y="210311"/>
                </a:lnTo>
                <a:lnTo>
                  <a:pt x="0" y="0"/>
                </a:lnTo>
                <a:lnTo>
                  <a:pt x="1350264" y="0"/>
                </a:lnTo>
                <a:lnTo>
                  <a:pt x="1350264" y="2103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50" b="0" i="0">
                <a:solidFill>
                  <a:srgbClr val="11111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1333" y="335279"/>
            <a:ext cx="7612952" cy="406603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2356" y="294894"/>
            <a:ext cx="4816475" cy="3073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rgbClr val="11111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6400" y="1051560"/>
            <a:ext cx="7315200" cy="3017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763520" y="4251960"/>
            <a:ext cx="2600960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06400" y="4251960"/>
            <a:ext cx="1869440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852160" y="4251960"/>
            <a:ext cx="1869440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presentations.ai/?utm_source=free_pdf_download&amp;utm_medium=presentation&amp;utm_campaign=Created%20using%20Presentations.ai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presentations.ai/?utm_source=free_pdf_download&amp;utm_medium=presentation&amp;utm_campaign=Created%20using%20Presentations.ai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presentations.ai/?utm_source=free_pdf_download&amp;utm_medium=presentation&amp;utm_campaign=Created%20using%20Presentations.ai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presentations.ai/?utm_source=free_pdf_download&amp;utm_medium=presentation&amp;utm_campaign=Created%20using%20Presentations.ai" TargetMode="External"/><Relationship Id="rId4" Type="http://schemas.openxmlformats.org/officeDocument/2006/relationships/image" Target="../media/image7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3064" y="2428239"/>
            <a:ext cx="3543300" cy="143319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 marR="5080" indent="635">
              <a:lnSpc>
                <a:spcPct val="104200"/>
              </a:lnSpc>
              <a:spcBef>
                <a:spcPts val="5"/>
              </a:spcBef>
            </a:pPr>
            <a:r>
              <a:rPr sz="1900" spc="-114" dirty="0">
                <a:solidFill>
                  <a:srgbClr val="0F0F0F"/>
                </a:solidFill>
                <a:latin typeface="Arial MT"/>
                <a:cs typeface="Arial MT"/>
              </a:rPr>
              <a:t>SEGMENTATION</a:t>
            </a:r>
            <a:r>
              <a:rPr sz="1900" spc="9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900" spc="-120" dirty="0">
                <a:solidFill>
                  <a:srgbClr val="131313"/>
                </a:solidFill>
                <a:latin typeface="Arial MT"/>
                <a:cs typeface="Arial MT"/>
              </a:rPr>
              <a:t>AND</a:t>
            </a:r>
            <a:r>
              <a:rPr sz="1900" spc="-4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900" spc="-145" dirty="0">
                <a:solidFill>
                  <a:srgbClr val="131313"/>
                </a:solidFill>
                <a:latin typeface="Arial MT"/>
                <a:cs typeface="Arial MT"/>
              </a:rPr>
              <a:t>PAGING</a:t>
            </a:r>
            <a:r>
              <a:rPr sz="1900" spc="-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900" spc="-25" dirty="0">
                <a:solidFill>
                  <a:srgbClr val="131313"/>
                </a:solidFill>
                <a:latin typeface="Arial MT"/>
                <a:cs typeface="Arial MT"/>
              </a:rPr>
              <a:t>IN </a:t>
            </a:r>
            <a:r>
              <a:rPr sz="1900" spc="-135" dirty="0">
                <a:solidFill>
                  <a:srgbClr val="0E0E0E"/>
                </a:solidFill>
                <a:latin typeface="Arial MT"/>
                <a:cs typeface="Arial MT"/>
              </a:rPr>
              <a:t>OPERATING</a:t>
            </a:r>
            <a:r>
              <a:rPr sz="1900" spc="80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111111"/>
                </a:solidFill>
                <a:latin typeface="Arial MT"/>
                <a:cs typeface="Arial MT"/>
              </a:rPr>
              <a:t>SYSTEMS</a:t>
            </a:r>
            <a:endParaRPr sz="1900" dirty="0">
              <a:latin typeface="Arial MT"/>
              <a:cs typeface="Arial MT"/>
            </a:endParaRPr>
          </a:p>
          <a:p>
            <a:pPr marL="15240" marR="198120">
              <a:lnSpc>
                <a:spcPct val="111300"/>
              </a:lnSpc>
              <a:spcBef>
                <a:spcPts val="400"/>
              </a:spcBef>
            </a:pPr>
            <a:r>
              <a:rPr sz="1150" spc="-10" dirty="0">
                <a:solidFill>
                  <a:srgbClr val="464646"/>
                </a:solidFill>
                <a:latin typeface="Cambria"/>
                <a:cs typeface="Cambria"/>
              </a:rPr>
              <a:t>Exploring</a:t>
            </a:r>
            <a:r>
              <a:rPr sz="1150" spc="65" dirty="0">
                <a:solidFill>
                  <a:srgbClr val="464646"/>
                </a:solidFill>
                <a:latin typeface="Cambria"/>
                <a:cs typeface="Cambria"/>
              </a:rPr>
              <a:t> </a:t>
            </a:r>
            <a:r>
              <a:rPr sz="1150" dirty="0">
                <a:solidFill>
                  <a:srgbClr val="494949"/>
                </a:solidFill>
                <a:latin typeface="Cambria"/>
                <a:cs typeface="Cambria"/>
              </a:rPr>
              <a:t>the</a:t>
            </a:r>
            <a:r>
              <a:rPr sz="1150" spc="10" dirty="0">
                <a:solidFill>
                  <a:srgbClr val="494949"/>
                </a:solidFill>
                <a:latin typeface="Cambria"/>
                <a:cs typeface="Cambria"/>
              </a:rPr>
              <a:t> </a:t>
            </a:r>
            <a:r>
              <a:rPr sz="1150" spc="-10" dirty="0">
                <a:solidFill>
                  <a:srgbClr val="494949"/>
                </a:solidFill>
                <a:latin typeface="Cambria"/>
                <a:cs typeface="Cambria"/>
              </a:rPr>
              <a:t>fundamental</a:t>
            </a:r>
            <a:r>
              <a:rPr sz="1150" spc="85" dirty="0">
                <a:solidFill>
                  <a:srgbClr val="494949"/>
                </a:solidFill>
                <a:latin typeface="Cambria"/>
                <a:cs typeface="Cambria"/>
              </a:rPr>
              <a:t> </a:t>
            </a:r>
            <a:r>
              <a:rPr sz="1150" dirty="0">
                <a:solidFill>
                  <a:srgbClr val="484848"/>
                </a:solidFill>
                <a:latin typeface="Cambria"/>
                <a:cs typeface="Cambria"/>
              </a:rPr>
              <a:t>concepts</a:t>
            </a:r>
            <a:r>
              <a:rPr sz="1150" spc="80" dirty="0">
                <a:solidFill>
                  <a:srgbClr val="484848"/>
                </a:solidFill>
                <a:latin typeface="Cambria"/>
                <a:cs typeface="Cambria"/>
              </a:rPr>
              <a:t> </a:t>
            </a:r>
            <a:r>
              <a:rPr sz="1150" dirty="0">
                <a:solidFill>
                  <a:srgbClr val="4B4B4B"/>
                </a:solidFill>
                <a:latin typeface="Cambria"/>
                <a:cs typeface="Cambria"/>
              </a:rPr>
              <a:t>of</a:t>
            </a:r>
            <a:r>
              <a:rPr sz="1150" spc="2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1150" spc="-10" dirty="0">
                <a:solidFill>
                  <a:srgbClr val="494949"/>
                </a:solidFill>
                <a:latin typeface="Cambria"/>
                <a:cs typeface="Cambria"/>
              </a:rPr>
              <a:t>segmentation </a:t>
            </a:r>
            <a:r>
              <a:rPr sz="1150" dirty="0">
                <a:solidFill>
                  <a:srgbClr val="494949"/>
                </a:solidFill>
                <a:latin typeface="Cambria"/>
                <a:cs typeface="Cambria"/>
              </a:rPr>
              <a:t>and</a:t>
            </a:r>
            <a:r>
              <a:rPr sz="1150" spc="-10" dirty="0">
                <a:solidFill>
                  <a:srgbClr val="494949"/>
                </a:solidFill>
                <a:latin typeface="Cambria"/>
                <a:cs typeface="Cambria"/>
              </a:rPr>
              <a:t> </a:t>
            </a:r>
            <a:r>
              <a:rPr sz="1150" dirty="0">
                <a:solidFill>
                  <a:srgbClr val="484848"/>
                </a:solidFill>
                <a:latin typeface="Cambria"/>
                <a:cs typeface="Cambria"/>
              </a:rPr>
              <a:t>paging</a:t>
            </a:r>
            <a:r>
              <a:rPr sz="1150" spc="35" dirty="0">
                <a:solidFill>
                  <a:srgbClr val="484848"/>
                </a:solidFill>
                <a:latin typeface="Cambria"/>
                <a:cs typeface="Cambria"/>
              </a:rPr>
              <a:t> </a:t>
            </a:r>
            <a:r>
              <a:rPr sz="1150" dirty="0">
                <a:solidFill>
                  <a:srgbClr val="484848"/>
                </a:solidFill>
                <a:latin typeface="Cambria"/>
                <a:cs typeface="Cambria"/>
              </a:rPr>
              <a:t>in</a:t>
            </a:r>
            <a:r>
              <a:rPr sz="1150" spc="-35" dirty="0">
                <a:solidFill>
                  <a:srgbClr val="484848"/>
                </a:solidFill>
                <a:latin typeface="Cambria"/>
                <a:cs typeface="Cambria"/>
              </a:rPr>
              <a:t> </a:t>
            </a:r>
            <a:r>
              <a:rPr sz="1150" spc="-10" dirty="0">
                <a:solidFill>
                  <a:srgbClr val="484848"/>
                </a:solidFill>
                <a:latin typeface="Cambria"/>
                <a:cs typeface="Cambria"/>
              </a:rPr>
              <a:t>memory</a:t>
            </a:r>
            <a:r>
              <a:rPr sz="1150" spc="65" dirty="0">
                <a:solidFill>
                  <a:srgbClr val="484848"/>
                </a:solidFill>
                <a:latin typeface="Cambria"/>
                <a:cs typeface="Cambria"/>
              </a:rPr>
              <a:t> </a:t>
            </a:r>
            <a:r>
              <a:rPr sz="1150" spc="-10" dirty="0">
                <a:solidFill>
                  <a:srgbClr val="484848"/>
                </a:solidFill>
                <a:latin typeface="Cambria"/>
                <a:cs typeface="Cambria"/>
              </a:rPr>
              <a:t>management.</a:t>
            </a:r>
            <a:endParaRPr sz="115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1150" dirty="0">
              <a:latin typeface="Cambria"/>
              <a:cs typeface="Cambria"/>
            </a:endParaRPr>
          </a:p>
          <a:p>
            <a:pPr marL="15875">
              <a:lnSpc>
                <a:spcPct val="100000"/>
              </a:lnSpc>
            </a:pPr>
            <a:r>
              <a:rPr sz="1150" dirty="0">
                <a:solidFill>
                  <a:srgbClr val="111111"/>
                </a:solidFill>
                <a:latin typeface="Cambria"/>
                <a:cs typeface="Cambria"/>
              </a:rPr>
              <a:t>NIRUPOM</a:t>
            </a:r>
            <a:r>
              <a:rPr sz="1150" spc="395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1150" spc="65" dirty="0">
                <a:solidFill>
                  <a:srgbClr val="111111"/>
                </a:solidFill>
                <a:latin typeface="Cambria"/>
                <a:cs typeface="Cambria"/>
              </a:rPr>
              <a:t>SAHA</a:t>
            </a:r>
            <a:endParaRPr sz="1150" dirty="0">
              <a:latin typeface="Cambria"/>
              <a:cs typeface="Cambria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03182A-D10B-2FD5-400E-BC188EE75AC1}"/>
              </a:ext>
            </a:extLst>
          </p:cNvPr>
          <p:cNvSpPr/>
          <p:nvPr/>
        </p:nvSpPr>
        <p:spPr>
          <a:xfrm>
            <a:off x="5054600" y="4191000"/>
            <a:ext cx="2971800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E2E15-F40B-7C6A-3782-E92F075C5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D4F7353-E05C-F838-16C6-4E77858282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0499" y="231902"/>
            <a:ext cx="5448935" cy="51296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1760" algn="l">
              <a:lnSpc>
                <a:spcPts val="3870"/>
              </a:lnSpc>
              <a:spcBef>
                <a:spcPts val="100"/>
              </a:spcBef>
            </a:pPr>
            <a:r>
              <a:rPr lang="en-US" sz="3450" dirty="0">
                <a:latin typeface="+mn-lt"/>
                <a:cs typeface="Arial MT"/>
              </a:rPr>
              <a:t>What is Paging?</a:t>
            </a:r>
            <a:endParaRPr sz="3450" dirty="0">
              <a:latin typeface="+mn-lt"/>
              <a:cs typeface="Arial M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FCA0F9-B6C5-8623-4145-07B688A374B0}"/>
              </a:ext>
            </a:extLst>
          </p:cNvPr>
          <p:cNvSpPr/>
          <p:nvPr/>
        </p:nvSpPr>
        <p:spPr>
          <a:xfrm>
            <a:off x="6578600" y="4191000"/>
            <a:ext cx="1447800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FE1C31-EBA4-DAC6-252B-465E8AAC1033}"/>
              </a:ext>
            </a:extLst>
          </p:cNvPr>
          <p:cNvSpPr/>
          <p:nvPr/>
        </p:nvSpPr>
        <p:spPr>
          <a:xfrm>
            <a:off x="401549" y="1295400"/>
            <a:ext cx="7324901" cy="1752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Paging is a memory management technique in which  memory is divided info fix size pages.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Paging is use for faster access to data.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is a logical concept.</a:t>
            </a:r>
          </a:p>
        </p:txBody>
      </p:sp>
      <p:pic>
        <p:nvPicPr>
          <p:cNvPr id="4" name="Picture 3" descr="A diagram of a computer&#10;&#10;AI-generated content may be incorrect.">
            <a:extLst>
              <a:ext uri="{FF2B5EF4-FFF2-40B4-BE49-F238E27FC236}">
                <a16:creationId xmlns:a16="http://schemas.microsoft.com/office/drawing/2014/main" id="{F780D57B-0ECA-F295-3668-6B7461DC58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6" t="5161" b="11283"/>
          <a:stretch/>
        </p:blipFill>
        <p:spPr>
          <a:xfrm>
            <a:off x="4292600" y="1828801"/>
            <a:ext cx="38354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806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BF39D-29C7-5C93-7565-1AB77C609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80618A2-46FE-42C8-96B2-A7ED063330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0499" y="231902"/>
            <a:ext cx="5448935" cy="51296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1760" algn="l">
              <a:lnSpc>
                <a:spcPts val="3870"/>
              </a:lnSpc>
              <a:spcBef>
                <a:spcPts val="100"/>
              </a:spcBef>
            </a:pPr>
            <a:r>
              <a:rPr lang="en-US" sz="3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we use paging ?</a:t>
            </a:r>
            <a:endParaRPr sz="3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B333CD-EE6A-827E-B74A-DE183A6935CE}"/>
              </a:ext>
            </a:extLst>
          </p:cNvPr>
          <p:cNvSpPr/>
          <p:nvPr/>
        </p:nvSpPr>
        <p:spPr>
          <a:xfrm>
            <a:off x="6578600" y="4191000"/>
            <a:ext cx="1447800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3A1C79-3690-DF11-0A3A-98763B7DE099}"/>
              </a:ext>
            </a:extLst>
          </p:cNvPr>
          <p:cNvSpPr/>
          <p:nvPr/>
        </p:nvSpPr>
        <p:spPr>
          <a:xfrm>
            <a:off x="401549" y="1295400"/>
            <a:ext cx="6481851" cy="1752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Paging is a memory management technique.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Paging allows the physical address space of the process to be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non contiguous.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Paging is use for faster access to data.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is a logical concept.</a:t>
            </a:r>
          </a:p>
        </p:txBody>
      </p:sp>
    </p:spTree>
    <p:extLst>
      <p:ext uri="{BB962C8B-B14F-4D97-AF65-F5344CB8AC3E}">
        <p14:creationId xmlns:p14="http://schemas.microsoft.com/office/powerpoint/2010/main" val="4289448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FD1A1-EE55-4B70-DAA5-4CC852051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9597EE0-28D4-E7E2-F779-AAD9FE2965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0499" y="231902"/>
            <a:ext cx="5448935" cy="51296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1760" algn="l">
              <a:lnSpc>
                <a:spcPts val="3870"/>
              </a:lnSpc>
              <a:spcBef>
                <a:spcPts val="100"/>
              </a:spcBef>
            </a:pPr>
            <a:r>
              <a:rPr lang="en-US" sz="3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Paging Hardware</a:t>
            </a:r>
            <a:endParaRPr sz="3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C505E4-8F26-DA9F-89AD-D2B5325A1F39}"/>
              </a:ext>
            </a:extLst>
          </p:cNvPr>
          <p:cNvSpPr/>
          <p:nvPr/>
        </p:nvSpPr>
        <p:spPr>
          <a:xfrm>
            <a:off x="6578600" y="4191000"/>
            <a:ext cx="1447800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 descr="A diagram of a computer server&#10;&#10;AI-generated content may be incorrect.">
            <a:extLst>
              <a:ext uri="{FF2B5EF4-FFF2-40B4-BE49-F238E27FC236}">
                <a16:creationId xmlns:a16="http://schemas.microsoft.com/office/drawing/2014/main" id="{8A7C8F59-3278-A4F1-C7BF-1CBBC238B1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400" y="732572"/>
            <a:ext cx="6558051" cy="345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915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26285" y="1466088"/>
            <a:ext cx="2096762" cy="212445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64190" y="0"/>
            <a:ext cx="563809" cy="101193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22356" y="294894"/>
            <a:ext cx="4193540" cy="307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</a:t>
            </a:r>
            <a:r>
              <a:rPr sz="1850" spc="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5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PAGING</a:t>
            </a:r>
            <a:r>
              <a:rPr sz="185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50" dirty="0">
                <a:solidFill>
                  <a:srgbClr val="1515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1850" spc="-130" dirty="0">
                <a:solidFill>
                  <a:srgbClr val="1515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50" spc="-45" dirty="0">
                <a:solidFill>
                  <a:srgbClr val="1313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endParaRPr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49349" y="4237591"/>
            <a:ext cx="443865" cy="119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70"/>
              </a:lnSpc>
            </a:pPr>
            <a:r>
              <a:rPr sz="650" spc="-85" dirty="0">
                <a:solidFill>
                  <a:srgbClr val="FFFFFF"/>
                </a:solidFill>
                <a:latin typeface="Courier New"/>
                <a:cs typeface="Courier New"/>
                <a:hlinkClick r:id="rId4"/>
              </a:rPr>
              <a:t>^œn'ea</a:t>
            </a:r>
            <a:r>
              <a:rPr sz="650" spc="-65" dirty="0">
                <a:solidFill>
                  <a:srgbClr val="FFFFFF"/>
                </a:solidFill>
                <a:latin typeface="Courier New"/>
                <a:cs typeface="Courier New"/>
                <a:hlinkClick r:id="rId4"/>
              </a:rPr>
              <a:t> </a:t>
            </a:r>
            <a:r>
              <a:rPr sz="650" spc="-95" dirty="0">
                <a:solidFill>
                  <a:srgbClr val="FFFFFF"/>
                </a:solidFill>
                <a:latin typeface="Courier New"/>
                <a:cs typeface="Courier New"/>
                <a:hlinkClick r:id="rId4"/>
              </a:rPr>
              <a:t>1°nç</a:t>
            </a:r>
            <a:endParaRPr sz="6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272343" y="4237591"/>
            <a:ext cx="553720" cy="119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70"/>
              </a:lnSpc>
            </a:pPr>
            <a:r>
              <a:rPr sz="650" spc="-70" dirty="0">
                <a:solidFill>
                  <a:srgbClr val="FFFFFF"/>
                </a:solidFill>
                <a:latin typeface="Courier New"/>
                <a:cs typeface="Courier New"/>
                <a:hlinkClick r:id="rId4"/>
              </a:rPr>
              <a:t>preseutotions</a:t>
            </a:r>
            <a:endParaRPr sz="65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88965" y="888886"/>
            <a:ext cx="2442845" cy="13971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31313"/>
                </a:solidFill>
                <a:latin typeface="Cambria"/>
                <a:cs typeface="Cambria"/>
              </a:rPr>
              <a:t>MAPPING</a:t>
            </a:r>
            <a:r>
              <a:rPr sz="1200" b="1" spc="25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1200" b="1" dirty="0">
                <a:solidFill>
                  <a:srgbClr val="131313"/>
                </a:solidFill>
                <a:latin typeface="Cambria"/>
                <a:cs typeface="Cambria"/>
              </a:rPr>
              <a:t>PAGES</a:t>
            </a:r>
            <a:r>
              <a:rPr sz="1200" b="1" spc="-55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1200" b="1" dirty="0">
                <a:solidFill>
                  <a:srgbClr val="131313"/>
                </a:solidFill>
                <a:latin typeface="Cambria"/>
                <a:cs typeface="Cambria"/>
              </a:rPr>
              <a:t>TO</a:t>
            </a:r>
            <a:r>
              <a:rPr sz="1200" b="1" spc="-45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1200" b="1" spc="-10" dirty="0">
                <a:solidFill>
                  <a:srgbClr val="131313"/>
                </a:solidFill>
                <a:latin typeface="Cambria"/>
                <a:cs typeface="Cambria"/>
              </a:rPr>
              <a:t>FRAMES</a:t>
            </a:r>
            <a:endParaRPr sz="1200" b="1" dirty="0">
              <a:latin typeface="Cambria"/>
              <a:cs typeface="Cambria"/>
            </a:endParaRPr>
          </a:p>
          <a:p>
            <a:pPr marL="14604" marR="5080" indent="-1905">
              <a:lnSpc>
                <a:spcPct val="123500"/>
              </a:lnSpc>
              <a:spcBef>
                <a:spcPts val="580"/>
              </a:spcBef>
            </a:pPr>
            <a:r>
              <a:rPr sz="1200" dirty="0">
                <a:solidFill>
                  <a:srgbClr val="131313"/>
                </a:solidFill>
                <a:latin typeface="Cambria"/>
                <a:cs typeface="Cambria"/>
              </a:rPr>
              <a:t>In</a:t>
            </a:r>
            <a:r>
              <a:rPr sz="1200" spc="30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111111"/>
                </a:solidFill>
                <a:latin typeface="Cambria"/>
                <a:cs typeface="Cambria"/>
              </a:rPr>
              <a:t>this</a:t>
            </a:r>
            <a:r>
              <a:rPr sz="1200" spc="10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111111"/>
                </a:solidFill>
                <a:latin typeface="Cambria"/>
                <a:cs typeface="Cambria"/>
              </a:rPr>
              <a:t>example,</a:t>
            </a:r>
            <a:r>
              <a:rPr sz="1200" spc="85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131313"/>
                </a:solidFill>
                <a:latin typeface="Cambria"/>
                <a:cs typeface="Cambria"/>
              </a:rPr>
              <a:t>Page</a:t>
            </a:r>
            <a:r>
              <a:rPr sz="1200" spc="5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131313"/>
                </a:solidFill>
                <a:latin typeface="Cambria"/>
                <a:cs typeface="Cambria"/>
              </a:rPr>
              <a:t>2</a:t>
            </a:r>
            <a:r>
              <a:rPr sz="1200" spc="-40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F0F0F"/>
                </a:solidFill>
                <a:latin typeface="Cambria"/>
                <a:cs typeface="Cambria"/>
              </a:rPr>
              <a:t>is mapped</a:t>
            </a:r>
            <a:r>
              <a:rPr sz="1200" spc="65" dirty="0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111111"/>
                </a:solidFill>
                <a:latin typeface="Cambria"/>
                <a:cs typeface="Cambria"/>
              </a:rPr>
              <a:t>to</a:t>
            </a:r>
            <a:r>
              <a:rPr sz="1200" spc="-15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131313"/>
                </a:solidFill>
                <a:latin typeface="Cambria"/>
                <a:cs typeface="Cambria"/>
              </a:rPr>
              <a:t>Frame</a:t>
            </a:r>
            <a:r>
              <a:rPr sz="1200" spc="35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151515"/>
                </a:solidFill>
                <a:latin typeface="Cambria"/>
                <a:cs typeface="Cambria"/>
              </a:rPr>
              <a:t>5. </a:t>
            </a:r>
            <a:r>
              <a:rPr sz="1200" spc="-20" dirty="0">
                <a:solidFill>
                  <a:srgbClr val="111111"/>
                </a:solidFill>
                <a:latin typeface="Cambria"/>
                <a:cs typeface="Cambria"/>
              </a:rPr>
              <a:t>This</a:t>
            </a:r>
            <a:r>
              <a:rPr sz="1200" spc="500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131313"/>
                </a:solidFill>
                <a:latin typeface="Cambria"/>
                <a:cs typeface="Cambria"/>
              </a:rPr>
              <a:t>mapping</a:t>
            </a:r>
            <a:r>
              <a:rPr sz="1200" spc="5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131313"/>
                </a:solidFill>
                <a:latin typeface="Cambria"/>
                <a:cs typeface="Cambria"/>
              </a:rPr>
              <a:t>is</a:t>
            </a:r>
            <a:r>
              <a:rPr sz="1200" spc="30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131313"/>
                </a:solidFill>
                <a:latin typeface="Cambria"/>
                <a:cs typeface="Cambria"/>
              </a:rPr>
              <a:t>crucial</a:t>
            </a:r>
            <a:r>
              <a:rPr sz="1200" spc="45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111111"/>
                </a:solidFill>
                <a:latin typeface="Cambria"/>
                <a:cs typeface="Cambria"/>
              </a:rPr>
              <a:t>for</a:t>
            </a:r>
            <a:r>
              <a:rPr sz="1200" spc="25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131313"/>
                </a:solidFill>
                <a:latin typeface="Cambria"/>
                <a:cs typeface="Cambria"/>
              </a:rPr>
              <a:t>the</a:t>
            </a:r>
            <a:r>
              <a:rPr sz="1200" spc="25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111111"/>
                </a:solidFill>
                <a:latin typeface="Cambria"/>
                <a:cs typeface="Cambria"/>
              </a:rPr>
              <a:t>operating</a:t>
            </a:r>
            <a:r>
              <a:rPr sz="1200" spc="45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111111"/>
                </a:solidFill>
                <a:latin typeface="Cambria"/>
                <a:cs typeface="Cambria"/>
              </a:rPr>
              <a:t>system</a:t>
            </a:r>
            <a:r>
              <a:rPr sz="1200" spc="35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131313"/>
                </a:solidFill>
                <a:latin typeface="Cambria"/>
                <a:cs typeface="Cambria"/>
              </a:rPr>
              <a:t>to</a:t>
            </a:r>
            <a:r>
              <a:rPr sz="1200" spc="10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1200" spc="-20" dirty="0">
                <a:solidFill>
                  <a:srgbClr val="111111"/>
                </a:solidFill>
                <a:latin typeface="Cambria"/>
                <a:cs typeface="Cambria"/>
              </a:rPr>
              <a:t>keep</a:t>
            </a:r>
            <a:r>
              <a:rPr sz="1200" spc="500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111111"/>
                </a:solidFill>
                <a:latin typeface="Cambria"/>
                <a:cs typeface="Cambria"/>
              </a:rPr>
              <a:t>track</a:t>
            </a:r>
            <a:r>
              <a:rPr sz="1200" spc="20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F0F0F"/>
                </a:solidFill>
                <a:latin typeface="Cambria"/>
                <a:cs typeface="Cambria"/>
              </a:rPr>
              <a:t>of</a:t>
            </a:r>
            <a:r>
              <a:rPr sz="1200" spc="50" dirty="0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sz="1200" spc="-10" dirty="0">
                <a:solidFill>
                  <a:srgbClr val="131313"/>
                </a:solidFill>
                <a:latin typeface="Cambria"/>
                <a:cs typeface="Cambria"/>
              </a:rPr>
              <a:t>where</a:t>
            </a:r>
            <a:r>
              <a:rPr sz="1200" spc="15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131313"/>
                </a:solidFill>
                <a:latin typeface="Cambria"/>
                <a:cs typeface="Cambria"/>
              </a:rPr>
              <a:t>data</a:t>
            </a:r>
            <a:r>
              <a:rPr sz="1200" spc="-20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161616"/>
                </a:solidFill>
                <a:latin typeface="Cambria"/>
                <a:cs typeface="Cambria"/>
              </a:rPr>
              <a:t>is</a:t>
            </a:r>
            <a:r>
              <a:rPr sz="1200" spc="5" dirty="0">
                <a:solidFill>
                  <a:srgbClr val="161616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131313"/>
                </a:solidFill>
                <a:latin typeface="Cambria"/>
                <a:cs typeface="Cambria"/>
              </a:rPr>
              <a:t>stored</a:t>
            </a:r>
            <a:r>
              <a:rPr sz="1200" spc="20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131313"/>
                </a:solidFill>
                <a:latin typeface="Cambria"/>
                <a:cs typeface="Cambria"/>
              </a:rPr>
              <a:t>in</a:t>
            </a:r>
            <a:r>
              <a:rPr sz="1200" spc="5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111111"/>
                </a:solidFill>
                <a:latin typeface="Cambria"/>
                <a:cs typeface="Cambria"/>
              </a:rPr>
              <a:t>physical</a:t>
            </a:r>
            <a:r>
              <a:rPr sz="1200" spc="60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1200" spc="-10" dirty="0">
                <a:solidFill>
                  <a:srgbClr val="131313"/>
                </a:solidFill>
                <a:latin typeface="Cambria"/>
                <a:cs typeface="Cambria"/>
              </a:rPr>
              <a:t>memory.</a:t>
            </a:r>
            <a:endParaRPr sz="1200" dirty="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20100" y="2772178"/>
            <a:ext cx="2471420" cy="1636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sz="1200" b="1" spc="75" dirty="0">
                <a:solidFill>
                  <a:srgbClr val="0F0F0F"/>
                </a:solidFill>
                <a:latin typeface="Cambria"/>
                <a:cs typeface="Cambria"/>
              </a:rPr>
              <a:t>ADDRESS</a:t>
            </a:r>
            <a:r>
              <a:rPr sz="1200" b="1" spc="60" dirty="0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sz="1200" b="1" spc="40" dirty="0">
                <a:solidFill>
                  <a:srgbClr val="111111"/>
                </a:solidFill>
                <a:latin typeface="Cambria"/>
                <a:cs typeface="Cambria"/>
              </a:rPr>
              <a:t>CALCULATION</a:t>
            </a:r>
            <a:endParaRPr sz="1200" b="1" dirty="0">
              <a:latin typeface="Cambria"/>
              <a:cs typeface="Cambria"/>
            </a:endParaRPr>
          </a:p>
          <a:p>
            <a:pPr marL="14604" marR="5080" indent="-2540">
              <a:lnSpc>
                <a:spcPct val="124700"/>
              </a:lnSpc>
              <a:spcBef>
                <a:spcPts val="600"/>
              </a:spcBef>
            </a:pPr>
            <a:r>
              <a:rPr sz="1200" dirty="0">
                <a:solidFill>
                  <a:srgbClr val="111111"/>
                </a:solidFill>
                <a:latin typeface="Cambria"/>
                <a:cs typeface="Cambria"/>
              </a:rPr>
              <a:t>The </a:t>
            </a:r>
            <a:r>
              <a:rPr sz="1200" dirty="0">
                <a:solidFill>
                  <a:srgbClr val="131313"/>
                </a:solidFill>
                <a:latin typeface="Cambria"/>
                <a:cs typeface="Cambria"/>
              </a:rPr>
              <a:t>formula</a:t>
            </a:r>
            <a:r>
              <a:rPr sz="1200" spc="-10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111111"/>
                </a:solidFill>
                <a:latin typeface="Cambria"/>
                <a:cs typeface="Cambria"/>
              </a:rPr>
              <a:t>for </a:t>
            </a:r>
            <a:r>
              <a:rPr sz="1200" dirty="0">
                <a:solidFill>
                  <a:srgbClr val="131313"/>
                </a:solidFill>
                <a:latin typeface="Cambria"/>
                <a:cs typeface="Cambria"/>
              </a:rPr>
              <a:t>calculating</a:t>
            </a:r>
            <a:r>
              <a:rPr sz="1200" spc="75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151515"/>
                </a:solidFill>
                <a:latin typeface="Cambria"/>
                <a:cs typeface="Cambria"/>
              </a:rPr>
              <a:t>tRe</a:t>
            </a:r>
            <a:r>
              <a:rPr sz="1200" spc="-5" dirty="0">
                <a:solidFill>
                  <a:srgbClr val="151515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111111"/>
                </a:solidFill>
                <a:latin typeface="Cambria"/>
                <a:cs typeface="Cambria"/>
              </a:rPr>
              <a:t>address</a:t>
            </a:r>
            <a:r>
              <a:rPr sz="1200" spc="45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1200" spc="-10" dirty="0">
                <a:solidFill>
                  <a:srgbClr val="111111"/>
                </a:solidFill>
                <a:latin typeface="Cambria"/>
                <a:cs typeface="Cambria"/>
              </a:rPr>
              <a:t>involves</a:t>
            </a:r>
            <a:r>
              <a:rPr sz="1200" spc="500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1200" spc="-10" dirty="0">
                <a:solidFill>
                  <a:srgbClr val="111111"/>
                </a:solidFill>
                <a:latin typeface="Cambria"/>
                <a:cs typeface="Cambria"/>
              </a:rPr>
              <a:t>multiplying</a:t>
            </a:r>
            <a:r>
              <a:rPr sz="1200" spc="40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111111"/>
                </a:solidFill>
                <a:latin typeface="Cambria"/>
                <a:cs typeface="Cambria"/>
              </a:rPr>
              <a:t>the</a:t>
            </a:r>
            <a:r>
              <a:rPr sz="1200" spc="25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151515"/>
                </a:solidFill>
                <a:latin typeface="Cambria"/>
                <a:cs typeface="Cambria"/>
              </a:rPr>
              <a:t>frame</a:t>
            </a:r>
            <a:r>
              <a:rPr sz="1200" spc="55" dirty="0">
                <a:solidFill>
                  <a:srgbClr val="151515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131313"/>
                </a:solidFill>
                <a:latin typeface="Cambria"/>
                <a:cs typeface="Cambria"/>
              </a:rPr>
              <a:t>number</a:t>
            </a:r>
            <a:r>
              <a:rPr sz="1200" spc="15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161616"/>
                </a:solidFill>
                <a:latin typeface="Cambria"/>
                <a:cs typeface="Cambria"/>
              </a:rPr>
              <a:t>by</a:t>
            </a:r>
            <a:r>
              <a:rPr sz="1200" spc="50" dirty="0">
                <a:solidFill>
                  <a:srgbClr val="161616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111111"/>
                </a:solidFill>
                <a:latin typeface="Cambria"/>
                <a:cs typeface="Cambria"/>
              </a:rPr>
              <a:t>the</a:t>
            </a:r>
            <a:r>
              <a:rPr sz="1200" spc="25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111111"/>
                </a:solidFill>
                <a:latin typeface="Cambria"/>
                <a:cs typeface="Cambria"/>
              </a:rPr>
              <a:t>page</a:t>
            </a:r>
            <a:r>
              <a:rPr sz="1200" spc="35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111111"/>
                </a:solidFill>
                <a:latin typeface="Cambria"/>
                <a:cs typeface="Cambria"/>
              </a:rPr>
              <a:t>size</a:t>
            </a:r>
            <a:r>
              <a:rPr sz="1200" spc="15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1200" spc="-25" dirty="0">
                <a:solidFill>
                  <a:srgbClr val="131313"/>
                </a:solidFill>
                <a:latin typeface="Cambria"/>
                <a:cs typeface="Cambria"/>
              </a:rPr>
              <a:t>and</a:t>
            </a:r>
            <a:r>
              <a:rPr sz="1200" spc="500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111111"/>
                </a:solidFill>
                <a:latin typeface="Cambria"/>
                <a:cs typeface="Cambria"/>
              </a:rPr>
              <a:t>adding</a:t>
            </a:r>
            <a:r>
              <a:rPr sz="1200" spc="50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131313"/>
                </a:solidFill>
                <a:latin typeface="Cambria"/>
                <a:cs typeface="Cambria"/>
              </a:rPr>
              <a:t>tRe</a:t>
            </a:r>
            <a:r>
              <a:rPr sz="1200" spc="10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111111"/>
                </a:solidFill>
                <a:latin typeface="Cambria"/>
                <a:cs typeface="Cambria"/>
              </a:rPr>
              <a:t>offset.</a:t>
            </a:r>
            <a:r>
              <a:rPr sz="1200" spc="20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111111"/>
                </a:solidFill>
                <a:latin typeface="Cambria"/>
                <a:cs typeface="Cambria"/>
              </a:rPr>
              <a:t>The</a:t>
            </a:r>
            <a:r>
              <a:rPr sz="1200" spc="25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111111"/>
                </a:solidFill>
                <a:latin typeface="Cambria"/>
                <a:cs typeface="Cambria"/>
              </a:rPr>
              <a:t>address</a:t>
            </a:r>
            <a:r>
              <a:rPr sz="1200" spc="20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131313"/>
                </a:solidFill>
                <a:latin typeface="Cambria"/>
                <a:cs typeface="Cambria"/>
              </a:rPr>
              <a:t>for</a:t>
            </a:r>
            <a:r>
              <a:rPr sz="1200" spc="25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111111"/>
                </a:solidFill>
                <a:latin typeface="Cambria"/>
                <a:cs typeface="Cambria"/>
              </a:rPr>
              <a:t>Page</a:t>
            </a:r>
            <a:r>
              <a:rPr sz="1200" spc="30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1200" spc="-40" dirty="0">
                <a:solidFill>
                  <a:srgbClr val="111111"/>
                </a:solidFill>
                <a:latin typeface="Cambria"/>
                <a:cs typeface="Cambria"/>
              </a:rPr>
              <a:t>2</a:t>
            </a:r>
            <a:r>
              <a:rPr sz="1200" spc="-15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131313"/>
                </a:solidFill>
                <a:latin typeface="Cambria"/>
                <a:cs typeface="Cambria"/>
              </a:rPr>
              <a:t>in</a:t>
            </a:r>
            <a:r>
              <a:rPr sz="1200" spc="-5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F0F0F"/>
                </a:solidFill>
                <a:latin typeface="Cambria"/>
                <a:cs typeface="Cambria"/>
              </a:rPr>
              <a:t>Frame</a:t>
            </a:r>
            <a:r>
              <a:rPr sz="1200" spc="15" dirty="0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sz="1200" spc="-50" dirty="0">
                <a:solidFill>
                  <a:srgbClr val="161616"/>
                </a:solidFill>
                <a:latin typeface="Cambria"/>
                <a:cs typeface="Cambria"/>
              </a:rPr>
              <a:t>5</a:t>
            </a:r>
            <a:r>
              <a:rPr sz="1200" spc="500" dirty="0">
                <a:solidFill>
                  <a:srgbClr val="161616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111111"/>
                </a:solidFill>
                <a:latin typeface="Cambria"/>
                <a:cs typeface="Cambria"/>
              </a:rPr>
              <a:t>is</a:t>
            </a:r>
            <a:r>
              <a:rPr sz="1200" spc="40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111111"/>
                </a:solidFill>
                <a:latin typeface="Cambria"/>
                <a:cs typeface="Cambria"/>
              </a:rPr>
              <a:t>calculated</a:t>
            </a:r>
            <a:r>
              <a:rPr sz="1200" spc="55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151515"/>
                </a:solidFill>
                <a:latin typeface="Cambria"/>
                <a:cs typeface="Cambria"/>
              </a:rPr>
              <a:t>as</a:t>
            </a:r>
            <a:r>
              <a:rPr sz="1200" spc="-40" dirty="0">
                <a:solidFill>
                  <a:srgbClr val="151515"/>
                </a:solidFill>
                <a:latin typeface="Cambria"/>
                <a:cs typeface="Cambria"/>
              </a:rPr>
              <a:t> </a:t>
            </a:r>
            <a:r>
              <a:rPr sz="1200" spc="-10" dirty="0">
                <a:solidFill>
                  <a:srgbClr val="131313"/>
                </a:solidFill>
                <a:latin typeface="Cambria"/>
                <a:cs typeface="Cambria"/>
              </a:rPr>
              <a:t>(5•4096)•Offset.</a:t>
            </a:r>
            <a:endParaRPr sz="1200" dirty="0">
              <a:latin typeface="Cambria"/>
              <a:cs typeface="Cambria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A05FCD-2D51-0BD4-226F-9DD272EF9742}"/>
              </a:ext>
            </a:extLst>
          </p:cNvPr>
          <p:cNvSpPr/>
          <p:nvPr/>
        </p:nvSpPr>
        <p:spPr>
          <a:xfrm>
            <a:off x="419410" y="1905000"/>
            <a:ext cx="2509822" cy="1685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5240" marR="5080" indent="-3175" algn="just">
              <a:lnSpc>
                <a:spcPct val="123500"/>
              </a:lnSpc>
              <a:spcBef>
                <a:spcPts val="580"/>
              </a:spcBef>
            </a:pPr>
            <a:r>
              <a:rPr lang="en-US" sz="1200" b="1" dirty="0">
                <a:solidFill>
                  <a:srgbClr val="131313"/>
                </a:solidFill>
                <a:latin typeface="Cambria"/>
                <a:cs typeface="Times New Roman" panose="02020603050405020304" pitchFamily="18" charset="0"/>
              </a:rPr>
              <a:t>PAGE SIZE DEFINITION</a:t>
            </a:r>
          </a:p>
          <a:p>
            <a:pPr marL="15240" marR="5080" indent="-3175" algn="just">
              <a:lnSpc>
                <a:spcPct val="123500"/>
              </a:lnSpc>
              <a:spcBef>
                <a:spcPts val="580"/>
              </a:spcBef>
            </a:pPr>
            <a:r>
              <a:rPr lang="en-US" sz="1200" dirty="0">
                <a:solidFill>
                  <a:srgbClr val="131313"/>
                </a:solidFill>
                <a:latin typeface="Cambria"/>
                <a:cs typeface="Times New Roman" panose="02020603050405020304" pitchFamily="18" charset="0"/>
              </a:rPr>
              <a:t>The</a:t>
            </a:r>
            <a:r>
              <a:rPr lang="en-US" sz="1200" spc="30" dirty="0">
                <a:solidFill>
                  <a:srgbClr val="131313"/>
                </a:solidFill>
                <a:latin typeface="Cambria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111111"/>
                </a:solidFill>
                <a:latin typeface="Cambria"/>
                <a:cs typeface="Times New Roman" panose="02020603050405020304" pitchFamily="18" charset="0"/>
              </a:rPr>
              <a:t>page</a:t>
            </a:r>
            <a:r>
              <a:rPr lang="en-US" sz="1200" spc="20" dirty="0">
                <a:solidFill>
                  <a:srgbClr val="111111"/>
                </a:solidFill>
                <a:latin typeface="Cambria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111111"/>
                </a:solidFill>
                <a:latin typeface="Cambria"/>
                <a:cs typeface="Times New Roman" panose="02020603050405020304" pitchFamily="18" charset="0"/>
              </a:rPr>
              <a:t>size</a:t>
            </a:r>
            <a:r>
              <a:rPr lang="en-US" sz="1200" spc="15" dirty="0">
                <a:solidFill>
                  <a:srgbClr val="111111"/>
                </a:solidFill>
                <a:latin typeface="Cambria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111111"/>
                </a:solidFill>
                <a:latin typeface="Cambria"/>
                <a:cs typeface="Times New Roman" panose="02020603050405020304" pitchFamily="18" charset="0"/>
              </a:rPr>
              <a:t>is </a:t>
            </a:r>
            <a:r>
              <a:rPr lang="en-US" sz="1200" dirty="0">
                <a:solidFill>
                  <a:srgbClr val="161616"/>
                </a:solidFill>
                <a:latin typeface="Cambria"/>
                <a:cs typeface="Times New Roman" panose="02020603050405020304" pitchFamily="18" charset="0"/>
              </a:rPr>
              <a:t>set</a:t>
            </a:r>
            <a:r>
              <a:rPr lang="en-US" sz="1200" spc="5" dirty="0">
                <a:solidFill>
                  <a:srgbClr val="161616"/>
                </a:solidFill>
                <a:latin typeface="Cambria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131313"/>
                </a:solidFill>
                <a:latin typeface="Cambria"/>
                <a:cs typeface="Times New Roman" panose="02020603050405020304" pitchFamily="18" charset="0"/>
              </a:rPr>
              <a:t>at</a:t>
            </a:r>
            <a:r>
              <a:rPr lang="en-US" sz="1200" spc="50" dirty="0">
                <a:solidFill>
                  <a:srgbClr val="131313"/>
                </a:solidFill>
                <a:latin typeface="Cambria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131313"/>
                </a:solidFill>
                <a:latin typeface="Cambria"/>
                <a:cs typeface="Times New Roman" panose="02020603050405020304" pitchFamily="18" charset="0"/>
              </a:rPr>
              <a:t>4KB,</a:t>
            </a:r>
            <a:r>
              <a:rPr lang="en-US" sz="1200" spc="50" dirty="0">
                <a:solidFill>
                  <a:srgbClr val="131313"/>
                </a:solidFill>
                <a:latin typeface="Cambria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131313"/>
                </a:solidFill>
                <a:latin typeface="Cambria"/>
                <a:cs typeface="Times New Roman" panose="02020603050405020304" pitchFamily="18" charset="0"/>
              </a:rPr>
              <a:t>which</a:t>
            </a:r>
            <a:r>
              <a:rPr lang="en-US" sz="1200" spc="45" dirty="0">
                <a:solidFill>
                  <a:srgbClr val="131313"/>
                </a:solidFill>
                <a:latin typeface="Cambria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131313"/>
                </a:solidFill>
                <a:latin typeface="Cambria"/>
                <a:cs typeface="Times New Roman" panose="02020603050405020304" pitchFamily="18" charset="0"/>
              </a:rPr>
              <a:t>is</a:t>
            </a:r>
            <a:r>
              <a:rPr lang="en-US" sz="1200" spc="5" dirty="0">
                <a:solidFill>
                  <a:srgbClr val="131313"/>
                </a:solidFill>
                <a:latin typeface="Cambria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161616"/>
                </a:solidFill>
                <a:latin typeface="Cambria"/>
                <a:cs typeface="Times New Roman" panose="02020603050405020304" pitchFamily="18" charset="0"/>
              </a:rPr>
              <a:t>a</a:t>
            </a:r>
            <a:r>
              <a:rPr lang="en-US" sz="1200" spc="5" dirty="0">
                <a:solidFill>
                  <a:srgbClr val="161616"/>
                </a:solidFill>
                <a:latin typeface="Cambria"/>
                <a:cs typeface="Times New Roman" panose="02020603050405020304" pitchFamily="18" charset="0"/>
              </a:rPr>
              <a:t> </a:t>
            </a:r>
            <a:r>
              <a:rPr lang="en-US" sz="1200" spc="-10" dirty="0">
                <a:solidFill>
                  <a:srgbClr val="131313"/>
                </a:solidFill>
                <a:latin typeface="Cambria"/>
                <a:cs typeface="Times New Roman" panose="02020603050405020304" pitchFamily="18" charset="0"/>
              </a:rPr>
              <a:t>standard</a:t>
            </a:r>
            <a:r>
              <a:rPr lang="en-US" sz="1200" spc="75" dirty="0">
                <a:solidFill>
                  <a:srgbClr val="131313"/>
                </a:solidFill>
                <a:latin typeface="Cambria"/>
                <a:cs typeface="Times New Roman" panose="02020603050405020304" pitchFamily="18" charset="0"/>
              </a:rPr>
              <a:t> </a:t>
            </a:r>
            <a:r>
              <a:rPr lang="en-US" sz="1200" spc="-20" dirty="0">
                <a:solidFill>
                  <a:srgbClr val="111111"/>
                </a:solidFill>
                <a:latin typeface="Cambria"/>
                <a:cs typeface="Times New Roman" panose="02020603050405020304" pitchFamily="18" charset="0"/>
              </a:rPr>
              <a:t>size</a:t>
            </a:r>
            <a:r>
              <a:rPr lang="en-US" sz="1200" spc="500" dirty="0">
                <a:solidFill>
                  <a:srgbClr val="111111"/>
                </a:solidFill>
                <a:latin typeface="Cambria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111111"/>
                </a:solidFill>
                <a:latin typeface="Cambria"/>
                <a:cs typeface="Times New Roman" panose="02020603050405020304" pitchFamily="18" charset="0"/>
              </a:rPr>
              <a:t>used</a:t>
            </a:r>
            <a:r>
              <a:rPr lang="en-US" sz="1200" spc="5" dirty="0">
                <a:solidFill>
                  <a:srgbClr val="111111"/>
                </a:solidFill>
                <a:latin typeface="Cambria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131313"/>
                </a:solidFill>
                <a:latin typeface="Cambria"/>
                <a:cs typeface="Times New Roman" panose="02020603050405020304" pitchFamily="18" charset="0"/>
              </a:rPr>
              <a:t>in</a:t>
            </a:r>
            <a:r>
              <a:rPr lang="en-US" sz="1200" spc="-5" dirty="0">
                <a:solidFill>
                  <a:srgbClr val="131313"/>
                </a:solidFill>
                <a:latin typeface="Cambria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111111"/>
                </a:solidFill>
                <a:latin typeface="Cambria"/>
                <a:cs typeface="Times New Roman" panose="02020603050405020304" pitchFamily="18" charset="0"/>
              </a:rPr>
              <a:t>many</a:t>
            </a:r>
            <a:r>
              <a:rPr lang="en-US" sz="1200" spc="45" dirty="0">
                <a:solidFill>
                  <a:srgbClr val="111111"/>
                </a:solidFill>
                <a:latin typeface="Cambria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131313"/>
                </a:solidFill>
                <a:latin typeface="Cambria"/>
                <a:cs typeface="Times New Roman" panose="02020603050405020304" pitchFamily="18" charset="0"/>
              </a:rPr>
              <a:t>systems</a:t>
            </a:r>
            <a:r>
              <a:rPr lang="en-US" sz="1200" spc="-20" dirty="0">
                <a:solidFill>
                  <a:srgbClr val="131313"/>
                </a:solidFill>
                <a:latin typeface="Cambria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131313"/>
                </a:solidFill>
                <a:latin typeface="Cambria"/>
                <a:cs typeface="Times New Roman" panose="02020603050405020304" pitchFamily="18" charset="0"/>
              </a:rPr>
              <a:t>for</a:t>
            </a:r>
            <a:r>
              <a:rPr lang="en-US" sz="1200" spc="-15" dirty="0">
                <a:solidFill>
                  <a:srgbClr val="131313"/>
                </a:solidFill>
                <a:latin typeface="Cambria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111111"/>
                </a:solidFill>
                <a:latin typeface="Cambria"/>
                <a:cs typeface="Times New Roman" panose="02020603050405020304" pitchFamily="18" charset="0"/>
              </a:rPr>
              <a:t>memory</a:t>
            </a:r>
            <a:r>
              <a:rPr lang="en-US" sz="1200" spc="75" dirty="0">
                <a:solidFill>
                  <a:srgbClr val="111111"/>
                </a:solidFill>
                <a:latin typeface="Cambria"/>
                <a:cs typeface="Times New Roman" panose="02020603050405020304" pitchFamily="18" charset="0"/>
              </a:rPr>
              <a:t> </a:t>
            </a:r>
            <a:r>
              <a:rPr lang="en-US" sz="1200" spc="-10" dirty="0">
                <a:solidFill>
                  <a:srgbClr val="0F0F0F"/>
                </a:solidFill>
                <a:latin typeface="Cambria"/>
                <a:cs typeface="Times New Roman" panose="02020603050405020304" pitchFamily="18" charset="0"/>
              </a:rPr>
              <a:t>management.</a:t>
            </a:r>
            <a:r>
              <a:rPr lang="en-US" sz="1200" spc="500" dirty="0">
                <a:solidFill>
                  <a:srgbClr val="0F0F0F"/>
                </a:solidFill>
                <a:latin typeface="Cambria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131313"/>
                </a:solidFill>
                <a:latin typeface="Cambria"/>
                <a:cs typeface="Times New Roman" panose="02020603050405020304" pitchFamily="18" charset="0"/>
              </a:rPr>
              <a:t>This</a:t>
            </a:r>
            <a:r>
              <a:rPr lang="en-US" sz="1200" spc="-5" dirty="0">
                <a:solidFill>
                  <a:srgbClr val="131313"/>
                </a:solidFill>
                <a:latin typeface="Cambria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111111"/>
                </a:solidFill>
                <a:latin typeface="Cambria"/>
                <a:cs typeface="Times New Roman" panose="02020603050405020304" pitchFamily="18" charset="0"/>
              </a:rPr>
              <a:t>size </a:t>
            </a:r>
            <a:r>
              <a:rPr lang="en-US" sz="1200" dirty="0">
                <a:solidFill>
                  <a:srgbClr val="131313"/>
                </a:solidFill>
                <a:latin typeface="Cambria"/>
                <a:cs typeface="Times New Roman" panose="02020603050405020304" pitchFamily="18" charset="0"/>
              </a:rPr>
              <a:t>determines</a:t>
            </a:r>
            <a:r>
              <a:rPr lang="en-US" sz="1200" spc="35" dirty="0">
                <a:solidFill>
                  <a:srgbClr val="131313"/>
                </a:solidFill>
                <a:latin typeface="Cambria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111111"/>
                </a:solidFill>
                <a:latin typeface="Cambria"/>
                <a:cs typeface="Times New Roman" panose="02020603050405020304" pitchFamily="18" charset="0"/>
              </a:rPr>
              <a:t>how</a:t>
            </a:r>
            <a:r>
              <a:rPr lang="en-US" sz="1200" spc="5" dirty="0">
                <a:solidFill>
                  <a:srgbClr val="111111"/>
                </a:solidFill>
                <a:latin typeface="Cambria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131313"/>
                </a:solidFill>
                <a:latin typeface="Cambria"/>
                <a:cs typeface="Times New Roman" panose="02020603050405020304" pitchFamily="18" charset="0"/>
              </a:rPr>
              <a:t>data</a:t>
            </a:r>
            <a:r>
              <a:rPr lang="en-US" sz="1200" spc="15" dirty="0">
                <a:solidFill>
                  <a:srgbClr val="131313"/>
                </a:solidFill>
                <a:latin typeface="Cambria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161616"/>
                </a:solidFill>
                <a:latin typeface="Cambria"/>
                <a:cs typeface="Times New Roman" panose="02020603050405020304" pitchFamily="18" charset="0"/>
              </a:rPr>
              <a:t>is</a:t>
            </a:r>
            <a:r>
              <a:rPr lang="en-US" sz="1200" spc="-25" dirty="0">
                <a:solidFill>
                  <a:srgbClr val="161616"/>
                </a:solidFill>
                <a:latin typeface="Cambria"/>
                <a:cs typeface="Times New Roman" panose="02020603050405020304" pitchFamily="18" charset="0"/>
              </a:rPr>
              <a:t> </a:t>
            </a:r>
            <a:r>
              <a:rPr lang="en-US" sz="1200" spc="-10" dirty="0">
                <a:solidFill>
                  <a:srgbClr val="131313"/>
                </a:solidFill>
                <a:latin typeface="Cambria"/>
                <a:cs typeface="Times New Roman" panose="02020603050405020304" pitchFamily="18" charset="0"/>
              </a:rPr>
              <a:t>divided</a:t>
            </a:r>
            <a:r>
              <a:rPr lang="en-US" sz="1200" spc="65" dirty="0">
                <a:solidFill>
                  <a:srgbClr val="131313"/>
                </a:solidFill>
                <a:latin typeface="Cambria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111111"/>
                </a:solidFill>
                <a:latin typeface="Cambria"/>
                <a:cs typeface="Times New Roman" panose="02020603050405020304" pitchFamily="18" charset="0"/>
              </a:rPr>
              <a:t>into</a:t>
            </a:r>
            <a:r>
              <a:rPr lang="en-US" sz="1200" spc="-5" dirty="0">
                <a:solidFill>
                  <a:srgbClr val="111111"/>
                </a:solidFill>
                <a:latin typeface="Cambria"/>
                <a:cs typeface="Times New Roman" panose="02020603050405020304" pitchFamily="18" charset="0"/>
              </a:rPr>
              <a:t> </a:t>
            </a:r>
            <a:r>
              <a:rPr lang="en-US" sz="1200" spc="-10" dirty="0">
                <a:solidFill>
                  <a:srgbClr val="111111"/>
                </a:solidFill>
                <a:latin typeface="Cambria"/>
                <a:cs typeface="Times New Roman" panose="02020603050405020304" pitchFamily="18" charset="0"/>
              </a:rPr>
              <a:t>pages</a:t>
            </a:r>
            <a:r>
              <a:rPr lang="en-US" sz="1200" spc="-10" dirty="0">
                <a:latin typeface="Cambria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111111"/>
                </a:solidFill>
                <a:latin typeface="Cambria"/>
                <a:cs typeface="Times New Roman" panose="02020603050405020304" pitchFamily="18" charset="0"/>
              </a:rPr>
              <a:t>for</a:t>
            </a:r>
            <a:r>
              <a:rPr lang="en-US" sz="1200" spc="15" dirty="0">
                <a:solidFill>
                  <a:srgbClr val="111111"/>
                </a:solidFill>
                <a:latin typeface="Cambria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111111"/>
                </a:solidFill>
                <a:latin typeface="Cambria"/>
                <a:cs typeface="Times New Roman" panose="02020603050405020304" pitchFamily="18" charset="0"/>
              </a:rPr>
              <a:t>efficient</a:t>
            </a:r>
            <a:r>
              <a:rPr lang="en-US" sz="1200" spc="75" dirty="0">
                <a:solidFill>
                  <a:srgbClr val="111111"/>
                </a:solidFill>
                <a:latin typeface="Cambria"/>
                <a:cs typeface="Times New Roman" panose="02020603050405020304" pitchFamily="18" charset="0"/>
              </a:rPr>
              <a:t> </a:t>
            </a:r>
            <a:r>
              <a:rPr lang="en-US" sz="1200" spc="-10" dirty="0">
                <a:solidFill>
                  <a:srgbClr val="131313"/>
                </a:solidFill>
                <a:latin typeface="Cambria"/>
                <a:cs typeface="Times New Roman" panose="02020603050405020304" pitchFamily="18" charset="0"/>
              </a:rPr>
              <a:t>memory</a:t>
            </a:r>
            <a:r>
              <a:rPr lang="en-US" sz="1200" spc="35" dirty="0">
                <a:solidFill>
                  <a:srgbClr val="131313"/>
                </a:solidFill>
                <a:latin typeface="Cambria"/>
                <a:cs typeface="Times New Roman" panose="02020603050405020304" pitchFamily="18" charset="0"/>
              </a:rPr>
              <a:t> </a:t>
            </a:r>
            <a:r>
              <a:rPr lang="en-US" sz="1200" spc="-20" dirty="0">
                <a:solidFill>
                  <a:srgbClr val="131313"/>
                </a:solidFill>
                <a:latin typeface="Cambria"/>
                <a:cs typeface="Times New Roman" panose="02020603050405020304" pitchFamily="18" charset="0"/>
              </a:rPr>
              <a:t>use.</a:t>
            </a:r>
            <a:endParaRPr lang="en-IN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object 37"/>
          <p:cNvSpPr txBox="1"/>
          <p:nvPr/>
        </p:nvSpPr>
        <p:spPr>
          <a:xfrm>
            <a:off x="6649349" y="4237591"/>
            <a:ext cx="443865" cy="119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70"/>
              </a:lnSpc>
            </a:pPr>
            <a:r>
              <a:rPr sz="650" spc="-85" dirty="0">
                <a:solidFill>
                  <a:srgbClr val="FFFFFF"/>
                </a:solidFill>
                <a:latin typeface="Courier New"/>
                <a:cs typeface="Courier New"/>
                <a:hlinkClick r:id="rId2"/>
              </a:rPr>
              <a:t>^œn'ea</a:t>
            </a:r>
            <a:r>
              <a:rPr sz="650" spc="-65" dirty="0">
                <a:solidFill>
                  <a:srgbClr val="FFFFFF"/>
                </a:solidFill>
                <a:latin typeface="Courier New"/>
                <a:cs typeface="Courier New"/>
                <a:hlinkClick r:id="rId2"/>
              </a:rPr>
              <a:t> </a:t>
            </a:r>
            <a:r>
              <a:rPr sz="650" spc="-95" dirty="0">
                <a:solidFill>
                  <a:srgbClr val="FFFFFF"/>
                </a:solidFill>
                <a:latin typeface="Courier New"/>
                <a:cs typeface="Courier New"/>
                <a:hlinkClick r:id="rId2"/>
              </a:rPr>
              <a:t>1°nç</a:t>
            </a:r>
            <a:endParaRPr sz="650"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272343" y="4237591"/>
            <a:ext cx="553720" cy="119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70"/>
              </a:lnSpc>
            </a:pPr>
            <a:r>
              <a:rPr sz="650" spc="-70" dirty="0">
                <a:solidFill>
                  <a:srgbClr val="FFFFFF"/>
                </a:solidFill>
                <a:latin typeface="Courier New"/>
                <a:cs typeface="Courier New"/>
                <a:hlinkClick r:id="rId2"/>
              </a:rPr>
              <a:t>preseutotions</a:t>
            </a:r>
            <a:endParaRPr sz="650">
              <a:latin typeface="Courier New"/>
              <a:cs typeface="Courier New"/>
            </a:endParaRPr>
          </a:p>
        </p:txBody>
      </p:sp>
      <p:pic>
        <p:nvPicPr>
          <p:cNvPr id="42" name="Picture 41" descr="A black cover with white text&#10;&#10;AI-generated content may be incorrect.">
            <a:extLst>
              <a:ext uri="{FF2B5EF4-FFF2-40B4-BE49-F238E27FC236}">
                <a16:creationId xmlns:a16="http://schemas.microsoft.com/office/drawing/2014/main" id="{E29A3509-EE70-24E2-C596-1333FA565C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128"/>
          <a:stretch/>
        </p:blipFill>
        <p:spPr>
          <a:xfrm>
            <a:off x="1" y="0"/>
            <a:ext cx="2463799" cy="4572000"/>
          </a:xfrm>
          <a:prstGeom prst="rect">
            <a:avLst/>
          </a:prstGeom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010AC4D3-95E5-F985-3C9B-4DC9ADF6957A}"/>
              </a:ext>
            </a:extLst>
          </p:cNvPr>
          <p:cNvSpPr/>
          <p:nvPr/>
        </p:nvSpPr>
        <p:spPr>
          <a:xfrm>
            <a:off x="301937" y="304800"/>
            <a:ext cx="2009463" cy="1066800"/>
          </a:xfrm>
          <a:prstGeom prst="rect">
            <a:avLst/>
          </a:prstGeom>
          <a:solidFill>
            <a:srgbClr val="131522"/>
          </a:solidFill>
          <a:ln>
            <a:solidFill>
              <a:srgbClr val="1315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dirty="0"/>
              <a:t>Advantages and disadvantages of paging</a:t>
            </a:r>
            <a:endParaRPr lang="en-IN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3164E61-0FD4-FD63-3CED-1FF1ED68E1DF}"/>
              </a:ext>
            </a:extLst>
          </p:cNvPr>
          <p:cNvSpPr/>
          <p:nvPr/>
        </p:nvSpPr>
        <p:spPr>
          <a:xfrm>
            <a:off x="2864951" y="609600"/>
            <a:ext cx="4648200" cy="2819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: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external fragmentation.</a:t>
            </a:r>
          </a:p>
          <a:p>
            <a:pPr marL="171450" indent="-171450" algn="l">
              <a:buFont typeface="Wingdings" panose="05000000000000000000" pitchFamily="2" charset="2"/>
              <a:buChar char="Ø"/>
            </a:pPr>
            <a:endParaRPr 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Simply memory management algorithm.</a:t>
            </a:r>
          </a:p>
          <a:p>
            <a:pPr marL="171450" indent="-171450" algn="l">
              <a:buFont typeface="Wingdings" panose="05000000000000000000" pitchFamily="2" charset="2"/>
              <a:buChar char="Ø"/>
            </a:pPr>
            <a:endParaRPr 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Swapping is easy(equal sized pages and page frame).</a:t>
            </a:r>
          </a:p>
          <a:p>
            <a:pPr algn="l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Disadvantages: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Internal fragmentation.</a:t>
            </a:r>
          </a:p>
          <a:p>
            <a:pPr marL="171450" indent="-171450" algn="l">
              <a:buFont typeface="Wingdings" panose="05000000000000000000" pitchFamily="2" charset="2"/>
              <a:buChar char="Ø"/>
            </a:pPr>
            <a:endParaRPr 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tables may consume more memory.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DB83C-DA3B-D801-B204-B056D946C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BE895FD-945F-A855-2E05-BBFD6AB85B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0499" y="231902"/>
            <a:ext cx="5448935" cy="51296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1760" algn="l">
              <a:lnSpc>
                <a:spcPts val="3870"/>
              </a:lnSpc>
              <a:spcBef>
                <a:spcPts val="100"/>
              </a:spcBef>
            </a:pPr>
            <a:r>
              <a:rPr lang="en-US" sz="3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Segmentation ?</a:t>
            </a:r>
            <a:endParaRPr sz="3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28E5BF-DD0B-0E02-62CD-D5DE81DA019B}"/>
              </a:ext>
            </a:extLst>
          </p:cNvPr>
          <p:cNvSpPr/>
          <p:nvPr/>
        </p:nvSpPr>
        <p:spPr>
          <a:xfrm>
            <a:off x="6578600" y="4191000"/>
            <a:ext cx="1447800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9C3096-CBF9-D12B-94CF-29BF298D4623}"/>
              </a:ext>
            </a:extLst>
          </p:cNvPr>
          <p:cNvSpPr/>
          <p:nvPr/>
        </p:nvSpPr>
        <p:spPr>
          <a:xfrm>
            <a:off x="401549" y="1295400"/>
            <a:ext cx="6481851" cy="1752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Segmentation is one of the most common ways to achieve memory protection.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user will view as a combination of segments.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memory segment is associated with a specific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length and set of permissions.</a:t>
            </a:r>
          </a:p>
        </p:txBody>
      </p:sp>
    </p:spTree>
    <p:extLst>
      <p:ext uri="{BB962C8B-B14F-4D97-AF65-F5344CB8AC3E}">
        <p14:creationId xmlns:p14="http://schemas.microsoft.com/office/powerpoint/2010/main" val="3606068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D9C6D-718A-10C7-BDC7-C10E096C8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FC5664E-FC97-5F59-7DBF-44561F517AD4}"/>
              </a:ext>
            </a:extLst>
          </p:cNvPr>
          <p:cNvSpPr/>
          <p:nvPr/>
        </p:nvSpPr>
        <p:spPr>
          <a:xfrm>
            <a:off x="6578600" y="4191000"/>
            <a:ext cx="1447800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 descr="A diagram of a diagram&#10;&#10;AI-generated content may be incorrect.">
            <a:extLst>
              <a:ext uri="{FF2B5EF4-FFF2-40B4-BE49-F238E27FC236}">
                <a16:creationId xmlns:a16="http://schemas.microsoft.com/office/drawing/2014/main" id="{582959E9-0DD7-53B3-3DCA-122C9DFD72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806" y="771832"/>
            <a:ext cx="7120194" cy="365760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4A190770-4584-F1FB-9B3D-0CB070F266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2806" y="142568"/>
            <a:ext cx="5448935" cy="51296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1760" algn="l">
              <a:lnSpc>
                <a:spcPts val="3870"/>
              </a:lnSpc>
              <a:spcBef>
                <a:spcPts val="100"/>
              </a:spcBef>
            </a:pPr>
            <a:r>
              <a:rPr lang="en-US" sz="3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of Segmentation</a:t>
            </a:r>
            <a:endParaRPr sz="3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3955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F766B-36BE-A973-6131-4AE7637D0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E85E9B2-0251-BE93-4D08-F67186D64563}"/>
              </a:ext>
            </a:extLst>
          </p:cNvPr>
          <p:cNvSpPr/>
          <p:nvPr/>
        </p:nvSpPr>
        <p:spPr>
          <a:xfrm>
            <a:off x="6578600" y="4191000"/>
            <a:ext cx="1447800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96E66C4A-A726-F4EC-9F44-9751D1ADB6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2806" y="142568"/>
            <a:ext cx="5448935" cy="51296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1760" algn="l">
              <a:lnSpc>
                <a:spcPts val="3870"/>
              </a:lnSpc>
              <a:spcBef>
                <a:spcPts val="100"/>
              </a:spcBef>
            </a:pPr>
            <a:r>
              <a:rPr lang="en-US" sz="3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 Hardware</a:t>
            </a:r>
            <a:endParaRPr sz="3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73E806DA-F4D9-F1E0-D658-74C58910EC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23"/>
          <a:stretch/>
        </p:blipFill>
        <p:spPr>
          <a:xfrm>
            <a:off x="939800" y="839884"/>
            <a:ext cx="6019800" cy="3306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9797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1164F65-40F5-75A2-89D6-51DE2FBE9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object 37">
            <a:extLst>
              <a:ext uri="{FF2B5EF4-FFF2-40B4-BE49-F238E27FC236}">
                <a16:creationId xmlns:a16="http://schemas.microsoft.com/office/drawing/2014/main" id="{B20EA06F-DAEA-073E-A3F4-ED4573431FA3}"/>
              </a:ext>
            </a:extLst>
          </p:cNvPr>
          <p:cNvSpPr txBox="1"/>
          <p:nvPr/>
        </p:nvSpPr>
        <p:spPr>
          <a:xfrm>
            <a:off x="6649349" y="4237591"/>
            <a:ext cx="443865" cy="119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70"/>
              </a:lnSpc>
            </a:pPr>
            <a:r>
              <a:rPr sz="650" spc="-85" dirty="0">
                <a:solidFill>
                  <a:srgbClr val="FFFFFF"/>
                </a:solidFill>
                <a:latin typeface="Courier New"/>
                <a:cs typeface="Courier New"/>
                <a:hlinkClick r:id="rId2"/>
              </a:rPr>
              <a:t>^œn'ea</a:t>
            </a:r>
            <a:r>
              <a:rPr sz="650" spc="-65" dirty="0">
                <a:solidFill>
                  <a:srgbClr val="FFFFFF"/>
                </a:solidFill>
                <a:latin typeface="Courier New"/>
                <a:cs typeface="Courier New"/>
                <a:hlinkClick r:id="rId2"/>
              </a:rPr>
              <a:t> </a:t>
            </a:r>
            <a:r>
              <a:rPr sz="650" spc="-95" dirty="0">
                <a:solidFill>
                  <a:srgbClr val="FFFFFF"/>
                </a:solidFill>
                <a:latin typeface="Courier New"/>
                <a:cs typeface="Courier New"/>
                <a:hlinkClick r:id="rId2"/>
              </a:rPr>
              <a:t>1°nç</a:t>
            </a:r>
            <a:endParaRPr sz="650">
              <a:latin typeface="Courier New"/>
              <a:cs typeface="Courier New"/>
            </a:endParaRPr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5CC5683D-362F-88D1-4CD8-7268DB8F97B7}"/>
              </a:ext>
            </a:extLst>
          </p:cNvPr>
          <p:cNvSpPr txBox="1"/>
          <p:nvPr/>
        </p:nvSpPr>
        <p:spPr>
          <a:xfrm>
            <a:off x="7272343" y="4237591"/>
            <a:ext cx="553720" cy="119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70"/>
              </a:lnSpc>
            </a:pPr>
            <a:r>
              <a:rPr sz="650" spc="-70" dirty="0">
                <a:solidFill>
                  <a:srgbClr val="FFFFFF"/>
                </a:solidFill>
                <a:latin typeface="Courier New"/>
                <a:cs typeface="Courier New"/>
                <a:hlinkClick r:id="rId2"/>
              </a:rPr>
              <a:t>preseutotions</a:t>
            </a:r>
            <a:endParaRPr sz="650">
              <a:latin typeface="Courier New"/>
              <a:cs typeface="Courier New"/>
            </a:endParaRPr>
          </a:p>
        </p:txBody>
      </p:sp>
      <p:pic>
        <p:nvPicPr>
          <p:cNvPr id="42" name="Picture 41" descr="A black cover with white text&#10;&#10;AI-generated content may be incorrect.">
            <a:extLst>
              <a:ext uri="{FF2B5EF4-FFF2-40B4-BE49-F238E27FC236}">
                <a16:creationId xmlns:a16="http://schemas.microsoft.com/office/drawing/2014/main" id="{031F2B6F-2417-9153-3B05-A4643683ED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128"/>
          <a:stretch/>
        </p:blipFill>
        <p:spPr>
          <a:xfrm>
            <a:off x="1" y="0"/>
            <a:ext cx="2463799" cy="4572000"/>
          </a:xfrm>
          <a:prstGeom prst="rect">
            <a:avLst/>
          </a:prstGeom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9C92BB94-1E00-EDF6-8708-CB3DC614529D}"/>
              </a:ext>
            </a:extLst>
          </p:cNvPr>
          <p:cNvSpPr/>
          <p:nvPr/>
        </p:nvSpPr>
        <p:spPr>
          <a:xfrm>
            <a:off x="301937" y="304800"/>
            <a:ext cx="2009463" cy="1066800"/>
          </a:xfrm>
          <a:prstGeom prst="rect">
            <a:avLst/>
          </a:prstGeom>
          <a:solidFill>
            <a:srgbClr val="131522"/>
          </a:solidFill>
          <a:ln>
            <a:solidFill>
              <a:srgbClr val="1315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dirty="0"/>
              <a:t>Advantages and disadvantages of segmentation</a:t>
            </a:r>
            <a:endParaRPr lang="en-IN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3CD9D87-6B1A-5A73-CF83-322466289DE0}"/>
              </a:ext>
            </a:extLst>
          </p:cNvPr>
          <p:cNvSpPr/>
          <p:nvPr/>
        </p:nvSpPr>
        <p:spPr>
          <a:xfrm>
            <a:off x="2901003" y="304800"/>
            <a:ext cx="4648200" cy="35949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: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internal fragmentation.</a:t>
            </a:r>
          </a:p>
          <a:p>
            <a:pPr marL="171450" indent="-171450" algn="l">
              <a:buFont typeface="Wingdings" panose="05000000000000000000" pitchFamily="2" charset="2"/>
              <a:buChar char="Ø"/>
            </a:pPr>
            <a:endParaRPr lang="en-US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Segment tables consume less memory than page.</a:t>
            </a:r>
          </a:p>
          <a:p>
            <a:pPr algn="l"/>
            <a:endParaRPr lang="en-US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Lends itself to sharing data among processes.</a:t>
            </a:r>
          </a:p>
          <a:p>
            <a:pPr marL="171450" indent="-171450" algn="l">
              <a:buFont typeface="Wingdings" panose="05000000000000000000" pitchFamily="2" charset="2"/>
              <a:buChar char="Ø"/>
            </a:pPr>
            <a:endParaRPr lang="en-US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Lends itself to protection.</a:t>
            </a:r>
          </a:p>
          <a:p>
            <a:pPr algn="l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Disadvantages: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Costly memory management algorithm.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745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65333" y="2572511"/>
            <a:ext cx="2203428" cy="92963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65333" y="1554480"/>
            <a:ext cx="2203428" cy="93268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64190" y="0"/>
            <a:ext cx="563809" cy="1011936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z="1850" spc="-90" dirty="0">
                <a:solidFill>
                  <a:srgbClr val="0E0E0E"/>
                </a:solidFill>
                <a:latin typeface="Arial MT"/>
                <a:cs typeface="Arial MT"/>
              </a:rPr>
              <a:t>SEGMENTATION</a:t>
            </a:r>
            <a:r>
              <a:rPr sz="1850" spc="35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850" spc="-70" dirty="0">
                <a:solidFill>
                  <a:srgbClr val="131313"/>
                </a:solidFill>
                <a:latin typeface="Arial MT"/>
                <a:cs typeface="Arial MT"/>
              </a:rPr>
              <a:t>VS</a:t>
            </a:r>
            <a:r>
              <a:rPr sz="1850" spc="-9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850" spc="-110" dirty="0">
                <a:latin typeface="Arial MT"/>
                <a:cs typeface="Arial MT"/>
              </a:rPr>
              <a:t>PAGING</a:t>
            </a:r>
            <a:r>
              <a:rPr sz="1850" spc="-20" dirty="0">
                <a:latin typeface="Arial MT"/>
                <a:cs typeface="Arial MT"/>
              </a:rPr>
              <a:t> </a:t>
            </a:r>
            <a:r>
              <a:rPr sz="1850" spc="-90" dirty="0">
                <a:latin typeface="Arial MT"/>
                <a:cs typeface="Arial MT"/>
              </a:rPr>
              <a:t>OVERVIEW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49349" y="4237591"/>
            <a:ext cx="443865" cy="119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70"/>
              </a:lnSpc>
            </a:pPr>
            <a:r>
              <a:rPr sz="650" spc="-85" dirty="0">
                <a:solidFill>
                  <a:srgbClr val="FFFFFF"/>
                </a:solidFill>
                <a:latin typeface="Courier New"/>
                <a:cs typeface="Courier New"/>
                <a:hlinkClick r:id="rId5"/>
              </a:rPr>
              <a:t>^œn'ea</a:t>
            </a:r>
            <a:r>
              <a:rPr sz="650" spc="-65" dirty="0">
                <a:solidFill>
                  <a:srgbClr val="FFFFFF"/>
                </a:solidFill>
                <a:latin typeface="Courier New"/>
                <a:cs typeface="Courier New"/>
                <a:hlinkClick r:id="rId5"/>
              </a:rPr>
              <a:t> </a:t>
            </a:r>
            <a:r>
              <a:rPr sz="650" spc="-95" dirty="0">
                <a:solidFill>
                  <a:srgbClr val="FFFFFF"/>
                </a:solidFill>
                <a:latin typeface="Courier New"/>
                <a:cs typeface="Courier New"/>
                <a:hlinkClick r:id="rId5"/>
              </a:rPr>
              <a:t>1°nç</a:t>
            </a:r>
            <a:endParaRPr sz="650" dirty="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272343" y="4237591"/>
            <a:ext cx="553720" cy="119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70"/>
              </a:lnSpc>
            </a:pPr>
            <a:r>
              <a:rPr sz="650" spc="-70" dirty="0">
                <a:solidFill>
                  <a:srgbClr val="FFFFFF"/>
                </a:solidFill>
                <a:latin typeface="Courier New"/>
                <a:cs typeface="Courier New"/>
                <a:hlinkClick r:id="rId5"/>
              </a:rPr>
              <a:t>preseutotions</a:t>
            </a:r>
            <a:endParaRPr sz="65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9996" y="795528"/>
            <a:ext cx="2440940" cy="10062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065">
              <a:lnSpc>
                <a:spcPct val="100000"/>
              </a:lnSpc>
              <a:spcBef>
                <a:spcPts val="100"/>
              </a:spcBef>
            </a:pPr>
            <a:r>
              <a:rPr sz="900" b="1" spc="65" dirty="0">
                <a:solidFill>
                  <a:srgbClr val="111111"/>
                </a:solidFill>
                <a:latin typeface="Cambria"/>
                <a:cs typeface="Times New Roman" panose="02020603050405020304" pitchFamily="18" charset="0"/>
              </a:rPr>
              <a:t>SEGMENTATION</a:t>
            </a:r>
            <a:r>
              <a:rPr sz="900" b="1" spc="270" dirty="0">
                <a:solidFill>
                  <a:srgbClr val="111111"/>
                </a:solidFill>
                <a:latin typeface="Cambria"/>
                <a:cs typeface="Times New Roman" panose="02020603050405020304" pitchFamily="18" charset="0"/>
              </a:rPr>
              <a:t> </a:t>
            </a:r>
            <a:r>
              <a:rPr sz="900" b="1" dirty="0">
                <a:solidFill>
                  <a:srgbClr val="131313"/>
                </a:solidFill>
                <a:latin typeface="Cambria"/>
                <a:cs typeface="Times New Roman" panose="02020603050405020304" pitchFamily="18" charset="0"/>
              </a:rPr>
              <a:t>IS</a:t>
            </a:r>
            <a:r>
              <a:rPr sz="900" b="1" spc="114" dirty="0">
                <a:solidFill>
                  <a:srgbClr val="131313"/>
                </a:solidFill>
                <a:latin typeface="Cambria"/>
                <a:cs typeface="Times New Roman" panose="02020603050405020304" pitchFamily="18" charset="0"/>
              </a:rPr>
              <a:t> </a:t>
            </a:r>
            <a:r>
              <a:rPr sz="900" b="1" spc="65" dirty="0">
                <a:solidFill>
                  <a:srgbClr val="131313"/>
                </a:solidFill>
                <a:latin typeface="Cambria"/>
                <a:cs typeface="Times New Roman" panose="02020603050405020304" pitchFamily="18" charset="0"/>
              </a:rPr>
              <a:t>A</a:t>
            </a:r>
            <a:r>
              <a:rPr sz="900" b="1" spc="100" dirty="0">
                <a:solidFill>
                  <a:srgbClr val="131313"/>
                </a:solidFill>
                <a:latin typeface="Cambria"/>
                <a:cs typeface="Times New Roman" panose="02020603050405020304" pitchFamily="18" charset="0"/>
              </a:rPr>
              <a:t> </a:t>
            </a:r>
            <a:r>
              <a:rPr sz="900" b="1" spc="60" dirty="0">
                <a:solidFill>
                  <a:srgbClr val="111111"/>
                </a:solidFill>
                <a:latin typeface="Cambria"/>
                <a:cs typeface="Times New Roman" panose="02020603050405020304" pitchFamily="18" charset="0"/>
              </a:rPr>
              <a:t>LOGICAL</a:t>
            </a:r>
            <a:r>
              <a:rPr sz="900" b="1" spc="165" dirty="0">
                <a:solidFill>
                  <a:srgbClr val="111111"/>
                </a:solidFill>
                <a:latin typeface="Cambria"/>
                <a:cs typeface="Times New Roman" panose="02020603050405020304" pitchFamily="18" charset="0"/>
              </a:rPr>
              <a:t> </a:t>
            </a:r>
            <a:r>
              <a:rPr sz="900" b="1" spc="-10" dirty="0">
                <a:solidFill>
                  <a:srgbClr val="111111"/>
                </a:solidFill>
                <a:latin typeface="Cambria"/>
                <a:cs typeface="Times New Roman" panose="02020603050405020304" pitchFamily="18" charset="0"/>
              </a:rPr>
              <a:t>DIVISION</a:t>
            </a:r>
            <a:endParaRPr sz="900" dirty="0">
              <a:latin typeface="Cambria"/>
              <a:cs typeface="Times New Roman" panose="02020603050405020304" pitchFamily="18" charset="0"/>
            </a:endParaRPr>
          </a:p>
          <a:p>
            <a:pPr marL="12700" marR="5080" indent="50165" algn="r">
              <a:lnSpc>
                <a:spcPct val="122500"/>
              </a:lnSpc>
              <a:spcBef>
                <a:spcPts val="360"/>
              </a:spcBef>
            </a:pPr>
            <a:r>
              <a:rPr sz="900" dirty="0">
                <a:solidFill>
                  <a:srgbClr val="131313"/>
                </a:solidFill>
                <a:latin typeface="Cambria"/>
                <a:cs typeface="Times New Roman" panose="02020603050405020304" pitchFamily="18" charset="0"/>
              </a:rPr>
              <a:t>In</a:t>
            </a:r>
            <a:r>
              <a:rPr sz="900" spc="-5" dirty="0">
                <a:solidFill>
                  <a:srgbClr val="131313"/>
                </a:solidFill>
                <a:latin typeface="Cambria"/>
                <a:cs typeface="Times New Roman" panose="02020603050405020304" pitchFamily="18" charset="0"/>
              </a:rPr>
              <a:t> </a:t>
            </a:r>
            <a:r>
              <a:rPr sz="900" spc="-10" dirty="0">
                <a:solidFill>
                  <a:srgbClr val="111111"/>
                </a:solidFill>
                <a:latin typeface="Cambria"/>
                <a:cs typeface="Times New Roman" panose="02020603050405020304" pitchFamily="18" charset="0"/>
              </a:rPr>
              <a:t>segmentation,</a:t>
            </a:r>
            <a:r>
              <a:rPr sz="900" spc="40" dirty="0">
                <a:solidFill>
                  <a:srgbClr val="111111"/>
                </a:solidFill>
                <a:latin typeface="Cambria"/>
                <a:cs typeface="Times New Roman" panose="02020603050405020304" pitchFamily="18" charset="0"/>
              </a:rPr>
              <a:t> </a:t>
            </a:r>
            <a:r>
              <a:rPr sz="900" spc="-10" dirty="0">
                <a:solidFill>
                  <a:srgbClr val="111111"/>
                </a:solidFill>
                <a:latin typeface="Cambria"/>
                <a:cs typeface="Times New Roman" panose="02020603050405020304" pitchFamily="18" charset="0"/>
              </a:rPr>
              <a:t>memory</a:t>
            </a:r>
            <a:r>
              <a:rPr sz="900" spc="25" dirty="0">
                <a:solidFill>
                  <a:srgbClr val="111111"/>
                </a:solidFill>
                <a:latin typeface="Cambria"/>
                <a:cs typeface="Times New Roman" panose="02020603050405020304" pitchFamily="18" charset="0"/>
              </a:rPr>
              <a:t> </a:t>
            </a:r>
            <a:r>
              <a:rPr sz="900" spc="-10" dirty="0">
                <a:solidFill>
                  <a:srgbClr val="131313"/>
                </a:solidFill>
                <a:latin typeface="Cambria"/>
                <a:cs typeface="Times New Roman" panose="02020603050405020304" pitchFamily="18" charset="0"/>
              </a:rPr>
              <a:t>is</a:t>
            </a:r>
            <a:r>
              <a:rPr sz="900" spc="-15" dirty="0">
                <a:solidFill>
                  <a:srgbClr val="131313"/>
                </a:solidFill>
                <a:latin typeface="Cambria"/>
                <a:cs typeface="Times New Roman" panose="02020603050405020304" pitchFamily="18" charset="0"/>
              </a:rPr>
              <a:t> </a:t>
            </a:r>
            <a:r>
              <a:rPr sz="900" spc="-20" dirty="0">
                <a:solidFill>
                  <a:srgbClr val="131313"/>
                </a:solidFill>
                <a:latin typeface="Cambria"/>
                <a:cs typeface="Times New Roman" panose="02020603050405020304" pitchFamily="18" charset="0"/>
              </a:rPr>
              <a:t>divided</a:t>
            </a:r>
            <a:r>
              <a:rPr sz="900" spc="-15" dirty="0">
                <a:solidFill>
                  <a:srgbClr val="131313"/>
                </a:solidFill>
                <a:latin typeface="Cambria"/>
                <a:cs typeface="Times New Roman" panose="02020603050405020304" pitchFamily="18" charset="0"/>
              </a:rPr>
              <a:t> </a:t>
            </a:r>
            <a:r>
              <a:rPr sz="900" dirty="0">
                <a:solidFill>
                  <a:srgbClr val="131313"/>
                </a:solidFill>
                <a:latin typeface="Cambria"/>
                <a:cs typeface="Times New Roman" panose="02020603050405020304" pitchFamily="18" charset="0"/>
              </a:rPr>
              <a:t>into</a:t>
            </a:r>
            <a:r>
              <a:rPr sz="900" spc="-20" dirty="0">
                <a:solidFill>
                  <a:srgbClr val="131313"/>
                </a:solidFill>
                <a:latin typeface="Cambria"/>
                <a:cs typeface="Times New Roman" panose="02020603050405020304" pitchFamily="18" charset="0"/>
              </a:rPr>
              <a:t> </a:t>
            </a:r>
            <a:r>
              <a:rPr sz="900" spc="-10" dirty="0">
                <a:solidFill>
                  <a:srgbClr val="131313"/>
                </a:solidFill>
                <a:latin typeface="Cambria"/>
                <a:cs typeface="Times New Roman" panose="02020603050405020304" pitchFamily="18" charset="0"/>
              </a:rPr>
              <a:t>variable-sized</a:t>
            </a:r>
            <a:r>
              <a:rPr sz="900" spc="500" dirty="0">
                <a:solidFill>
                  <a:srgbClr val="131313"/>
                </a:solidFill>
                <a:latin typeface="Cambria"/>
                <a:cs typeface="Times New Roman" panose="02020603050405020304" pitchFamily="18" charset="0"/>
              </a:rPr>
              <a:t> </a:t>
            </a:r>
            <a:r>
              <a:rPr sz="900" spc="-10" dirty="0">
                <a:solidFill>
                  <a:srgbClr val="131313"/>
                </a:solidFill>
                <a:latin typeface="Cambria"/>
                <a:cs typeface="Times New Roman" panose="02020603050405020304" pitchFamily="18" charset="0"/>
              </a:rPr>
              <a:t>segments</a:t>
            </a:r>
            <a:r>
              <a:rPr sz="900" spc="40" dirty="0">
                <a:solidFill>
                  <a:srgbClr val="131313"/>
                </a:solidFill>
                <a:latin typeface="Cambria"/>
                <a:cs typeface="Times New Roman" panose="02020603050405020304" pitchFamily="18" charset="0"/>
              </a:rPr>
              <a:t> </a:t>
            </a:r>
            <a:r>
              <a:rPr sz="900" spc="-20" dirty="0">
                <a:solidFill>
                  <a:srgbClr val="131313"/>
                </a:solidFill>
                <a:latin typeface="Cambria"/>
                <a:cs typeface="Times New Roman" panose="02020603050405020304" pitchFamily="18" charset="0"/>
              </a:rPr>
              <a:t>based</a:t>
            </a:r>
            <a:r>
              <a:rPr sz="900" spc="10" dirty="0">
                <a:solidFill>
                  <a:srgbClr val="131313"/>
                </a:solidFill>
                <a:latin typeface="Cambria"/>
                <a:cs typeface="Times New Roman" panose="02020603050405020304" pitchFamily="18" charset="0"/>
              </a:rPr>
              <a:t> </a:t>
            </a:r>
            <a:r>
              <a:rPr sz="900" dirty="0">
                <a:solidFill>
                  <a:srgbClr val="151515"/>
                </a:solidFill>
                <a:latin typeface="Cambria"/>
                <a:cs typeface="Times New Roman" panose="02020603050405020304" pitchFamily="18" charset="0"/>
              </a:rPr>
              <a:t>on</a:t>
            </a:r>
            <a:r>
              <a:rPr sz="900" spc="-15" dirty="0">
                <a:solidFill>
                  <a:srgbClr val="151515"/>
                </a:solidFill>
                <a:latin typeface="Cambria"/>
                <a:cs typeface="Times New Roman" panose="02020603050405020304" pitchFamily="18" charset="0"/>
              </a:rPr>
              <a:t> </a:t>
            </a:r>
            <a:r>
              <a:rPr sz="900" dirty="0">
                <a:solidFill>
                  <a:srgbClr val="111111"/>
                </a:solidFill>
                <a:latin typeface="Cambria"/>
                <a:cs typeface="Times New Roman" panose="02020603050405020304" pitchFamily="18" charset="0"/>
              </a:rPr>
              <a:t>the</a:t>
            </a:r>
            <a:r>
              <a:rPr sz="900" spc="10" dirty="0">
                <a:solidFill>
                  <a:srgbClr val="111111"/>
                </a:solidFill>
                <a:latin typeface="Cambria"/>
                <a:cs typeface="Times New Roman" panose="02020603050405020304" pitchFamily="18" charset="0"/>
              </a:rPr>
              <a:t> </a:t>
            </a:r>
            <a:r>
              <a:rPr sz="900" dirty="0">
                <a:solidFill>
                  <a:srgbClr val="131313"/>
                </a:solidFill>
                <a:latin typeface="Cambria"/>
                <a:cs typeface="Times New Roman" panose="02020603050405020304" pitchFamily="18" charset="0"/>
              </a:rPr>
              <a:t>logical</a:t>
            </a:r>
            <a:r>
              <a:rPr sz="900" spc="35" dirty="0">
                <a:solidFill>
                  <a:srgbClr val="131313"/>
                </a:solidFill>
                <a:latin typeface="Cambria"/>
                <a:cs typeface="Times New Roman" panose="02020603050405020304" pitchFamily="18" charset="0"/>
              </a:rPr>
              <a:t> </a:t>
            </a:r>
            <a:r>
              <a:rPr sz="900" spc="-10" dirty="0">
                <a:solidFill>
                  <a:srgbClr val="131313"/>
                </a:solidFill>
                <a:latin typeface="Cambria"/>
                <a:cs typeface="Times New Roman" panose="02020603050405020304" pitchFamily="18" charset="0"/>
              </a:rPr>
              <a:t>structure</a:t>
            </a:r>
            <a:r>
              <a:rPr sz="900" spc="40" dirty="0">
                <a:solidFill>
                  <a:srgbClr val="131313"/>
                </a:solidFill>
                <a:latin typeface="Cambria"/>
                <a:cs typeface="Times New Roman" panose="02020603050405020304" pitchFamily="18" charset="0"/>
              </a:rPr>
              <a:t> </a:t>
            </a:r>
            <a:r>
              <a:rPr sz="900" dirty="0">
                <a:solidFill>
                  <a:srgbClr val="131313"/>
                </a:solidFill>
                <a:latin typeface="Cambria"/>
                <a:cs typeface="Times New Roman" panose="02020603050405020304" pitchFamily="18" charset="0"/>
              </a:rPr>
              <a:t>of</a:t>
            </a:r>
            <a:r>
              <a:rPr sz="900" spc="15" dirty="0">
                <a:solidFill>
                  <a:srgbClr val="131313"/>
                </a:solidFill>
                <a:latin typeface="Cambria"/>
                <a:cs typeface="Times New Roman" panose="02020603050405020304" pitchFamily="18" charset="0"/>
              </a:rPr>
              <a:t> </a:t>
            </a:r>
            <a:r>
              <a:rPr sz="900" dirty="0">
                <a:solidFill>
                  <a:srgbClr val="131313"/>
                </a:solidFill>
                <a:latin typeface="Cambria"/>
                <a:cs typeface="Times New Roman" panose="02020603050405020304" pitchFamily="18" charset="0"/>
              </a:rPr>
              <a:t>the</a:t>
            </a:r>
            <a:r>
              <a:rPr sz="900" spc="-40" dirty="0">
                <a:solidFill>
                  <a:srgbClr val="131313"/>
                </a:solidFill>
                <a:latin typeface="Cambria"/>
                <a:cs typeface="Times New Roman" panose="02020603050405020304" pitchFamily="18" charset="0"/>
              </a:rPr>
              <a:t> </a:t>
            </a:r>
            <a:r>
              <a:rPr sz="900" spc="-10" dirty="0">
                <a:solidFill>
                  <a:srgbClr val="131313"/>
                </a:solidFill>
                <a:latin typeface="Cambria"/>
                <a:cs typeface="Times New Roman" panose="02020603050405020304" pitchFamily="18" charset="0"/>
              </a:rPr>
              <a:t>|arogram,</a:t>
            </a:r>
            <a:r>
              <a:rPr sz="900" spc="500" dirty="0">
                <a:solidFill>
                  <a:srgbClr val="131313"/>
                </a:solidFill>
                <a:latin typeface="Cambria"/>
                <a:cs typeface="Times New Roman" panose="02020603050405020304" pitchFamily="18" charset="0"/>
              </a:rPr>
              <a:t> </a:t>
            </a:r>
            <a:r>
              <a:rPr sz="900" dirty="0">
                <a:solidFill>
                  <a:srgbClr val="111111"/>
                </a:solidFill>
                <a:latin typeface="Cambria"/>
                <a:cs typeface="Times New Roman" panose="02020603050405020304" pitchFamily="18" charset="0"/>
              </a:rPr>
              <a:t>such</a:t>
            </a:r>
            <a:r>
              <a:rPr sz="900" spc="-25" dirty="0">
                <a:solidFill>
                  <a:srgbClr val="111111"/>
                </a:solidFill>
                <a:latin typeface="Cambria"/>
                <a:cs typeface="Times New Roman" panose="02020603050405020304" pitchFamily="18" charset="0"/>
              </a:rPr>
              <a:t> </a:t>
            </a:r>
            <a:r>
              <a:rPr sz="900" dirty="0">
                <a:solidFill>
                  <a:srgbClr val="1C1C1C"/>
                </a:solidFill>
                <a:latin typeface="Cambria"/>
                <a:cs typeface="Times New Roman" panose="02020603050405020304" pitchFamily="18" charset="0"/>
              </a:rPr>
              <a:t>as</a:t>
            </a:r>
            <a:r>
              <a:rPr sz="900" spc="-25" dirty="0">
                <a:solidFill>
                  <a:srgbClr val="1C1C1C"/>
                </a:solidFill>
                <a:latin typeface="Cambria"/>
                <a:cs typeface="Times New Roman" panose="02020603050405020304" pitchFamily="18" charset="0"/>
              </a:rPr>
              <a:t> </a:t>
            </a:r>
            <a:r>
              <a:rPr sz="900" dirty="0">
                <a:solidFill>
                  <a:srgbClr val="131313"/>
                </a:solidFill>
                <a:latin typeface="Cambria"/>
                <a:cs typeface="Times New Roman" panose="02020603050405020304" pitchFamily="18" charset="0"/>
              </a:rPr>
              <a:t>functions</a:t>
            </a:r>
            <a:r>
              <a:rPr sz="900" spc="-5" dirty="0">
                <a:solidFill>
                  <a:srgbClr val="131313"/>
                </a:solidFill>
                <a:latin typeface="Cambria"/>
                <a:cs typeface="Times New Roman" panose="02020603050405020304" pitchFamily="18" charset="0"/>
              </a:rPr>
              <a:t> </a:t>
            </a:r>
            <a:r>
              <a:rPr sz="900" dirty="0">
                <a:solidFill>
                  <a:srgbClr val="111111"/>
                </a:solidFill>
                <a:latin typeface="Cambria"/>
                <a:cs typeface="Times New Roman" panose="02020603050405020304" pitchFamily="18" charset="0"/>
              </a:rPr>
              <a:t>or</a:t>
            </a:r>
            <a:r>
              <a:rPr sz="900" spc="-15" dirty="0">
                <a:solidFill>
                  <a:srgbClr val="111111"/>
                </a:solidFill>
                <a:latin typeface="Cambria"/>
                <a:cs typeface="Times New Roman" panose="02020603050405020304" pitchFamily="18" charset="0"/>
              </a:rPr>
              <a:t> </a:t>
            </a:r>
            <a:r>
              <a:rPr sz="900" dirty="0">
                <a:solidFill>
                  <a:srgbClr val="131313"/>
                </a:solidFill>
                <a:latin typeface="Cambria"/>
                <a:cs typeface="Times New Roman" panose="02020603050405020304" pitchFamily="18" charset="0"/>
              </a:rPr>
              <a:t>data</a:t>
            </a:r>
            <a:r>
              <a:rPr sz="900" spc="10" dirty="0">
                <a:solidFill>
                  <a:srgbClr val="131313"/>
                </a:solidFill>
                <a:latin typeface="Cambria"/>
                <a:cs typeface="Times New Roman" panose="02020603050405020304" pitchFamily="18" charset="0"/>
              </a:rPr>
              <a:t> </a:t>
            </a:r>
            <a:r>
              <a:rPr sz="900" spc="-10" dirty="0">
                <a:solidFill>
                  <a:srgbClr val="131313"/>
                </a:solidFill>
                <a:latin typeface="Cambria"/>
                <a:cs typeface="Times New Roman" panose="02020603050405020304" pitchFamily="18" charset="0"/>
              </a:rPr>
              <a:t>types,</a:t>
            </a:r>
            <a:r>
              <a:rPr sz="900" spc="10" dirty="0">
                <a:solidFill>
                  <a:srgbClr val="131313"/>
                </a:solidFill>
                <a:latin typeface="Cambria"/>
                <a:cs typeface="Times New Roman" panose="02020603050405020304" pitchFamily="18" charset="0"/>
              </a:rPr>
              <a:t> </a:t>
            </a:r>
            <a:r>
              <a:rPr sz="900" spc="-10" dirty="0">
                <a:solidFill>
                  <a:srgbClr val="111111"/>
                </a:solidFill>
                <a:latin typeface="Cambria"/>
                <a:cs typeface="Times New Roman" panose="02020603050405020304" pitchFamily="18" charset="0"/>
              </a:rPr>
              <a:t>enhancing </a:t>
            </a:r>
            <a:r>
              <a:rPr sz="900" spc="-10" dirty="0">
                <a:solidFill>
                  <a:srgbClr val="0F0F0F"/>
                </a:solidFill>
                <a:latin typeface="Cambria"/>
                <a:cs typeface="Times New Roman" panose="02020603050405020304" pitchFamily="18" charset="0"/>
              </a:rPr>
              <a:t>modularity.</a:t>
            </a:r>
            <a:endParaRPr sz="900" dirty="0">
              <a:latin typeface="Cambria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3913" y="2114398"/>
            <a:ext cx="247142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25" dirty="0">
                <a:solidFill>
                  <a:srgbClr val="111111"/>
                </a:solidFill>
                <a:latin typeface="Cambria"/>
                <a:cs typeface="Cambria"/>
              </a:rPr>
              <a:t>PAGING</a:t>
            </a:r>
            <a:r>
              <a:rPr sz="900" b="1" spc="70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900" dirty="0">
                <a:solidFill>
                  <a:srgbClr val="111111"/>
                </a:solidFill>
                <a:latin typeface="Cambria"/>
                <a:cs typeface="Cambria"/>
              </a:rPr>
              <a:t>SIMPLIFIES</a:t>
            </a:r>
            <a:r>
              <a:rPr sz="900" spc="35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900" dirty="0">
                <a:solidFill>
                  <a:srgbClr val="111111"/>
                </a:solidFill>
                <a:latin typeface="Cambria"/>
                <a:cs typeface="Cambria"/>
              </a:rPr>
              <a:t>MEMORY</a:t>
            </a:r>
            <a:r>
              <a:rPr sz="900" spc="70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900" spc="-10" dirty="0">
                <a:solidFill>
                  <a:srgbClr val="0F0F0F"/>
                </a:solidFill>
                <a:latin typeface="Cambria"/>
                <a:cs typeface="Cambria"/>
              </a:rPr>
              <a:t>MANAGEMENT</a:t>
            </a:r>
            <a:endParaRPr sz="900" dirty="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9996" y="2458212"/>
            <a:ext cx="2445385" cy="68114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 indent="50800" algn="r">
              <a:lnSpc>
                <a:spcPct val="122500"/>
              </a:lnSpc>
              <a:spcBef>
                <a:spcPts val="125"/>
              </a:spcBef>
            </a:pPr>
            <a:r>
              <a:rPr sz="900" spc="-10" dirty="0">
                <a:solidFill>
                  <a:srgbClr val="131313"/>
                </a:solidFill>
                <a:latin typeface="Cambria"/>
                <a:cs typeface="Cambria"/>
              </a:rPr>
              <a:t>Paging</a:t>
            </a:r>
            <a:r>
              <a:rPr sz="900" spc="25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900" spc="-25" dirty="0">
                <a:solidFill>
                  <a:srgbClr val="111111"/>
                </a:solidFill>
                <a:latin typeface="Cambria"/>
                <a:cs typeface="Cambria"/>
              </a:rPr>
              <a:t>simplifies</a:t>
            </a:r>
            <a:r>
              <a:rPr sz="900" spc="45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900" spc="-10" dirty="0">
                <a:solidFill>
                  <a:srgbClr val="131313"/>
                </a:solidFill>
                <a:latin typeface="Cambria"/>
                <a:cs typeface="Cambria"/>
              </a:rPr>
              <a:t>memory</a:t>
            </a:r>
            <a:r>
              <a:rPr sz="900" spc="15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900" spc="-10" dirty="0">
                <a:solidFill>
                  <a:srgbClr val="111111"/>
                </a:solidFill>
                <a:latin typeface="Cambria"/>
                <a:cs typeface="Cambria"/>
              </a:rPr>
              <a:t>management</a:t>
            </a:r>
            <a:r>
              <a:rPr sz="900" spc="55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900" dirty="0">
                <a:solidFill>
                  <a:srgbClr val="131313"/>
                </a:solidFill>
                <a:latin typeface="Cambria"/>
                <a:cs typeface="Cambria"/>
              </a:rPr>
              <a:t>by</a:t>
            </a:r>
            <a:r>
              <a:rPr sz="900" spc="10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900" spc="-25" dirty="0">
                <a:solidFill>
                  <a:srgbClr val="131313"/>
                </a:solidFill>
                <a:latin typeface="Cambria"/>
                <a:cs typeface="Cambria"/>
              </a:rPr>
              <a:t>allowing</a:t>
            </a:r>
            <a:r>
              <a:rPr sz="900" spc="40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900" spc="-25" dirty="0">
                <a:solidFill>
                  <a:srgbClr val="131313"/>
                </a:solidFill>
                <a:latin typeface="Cambria"/>
                <a:cs typeface="Cambria"/>
              </a:rPr>
              <a:t>the</a:t>
            </a:r>
            <a:r>
              <a:rPr sz="900" spc="500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900" spc="-10" dirty="0">
                <a:solidFill>
                  <a:srgbClr val="111111"/>
                </a:solidFill>
                <a:latin typeface="Cambria"/>
                <a:cs typeface="Cambria"/>
              </a:rPr>
              <a:t>operating</a:t>
            </a:r>
            <a:r>
              <a:rPr sz="900" spc="40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900" spc="-10" dirty="0">
                <a:solidFill>
                  <a:srgbClr val="131313"/>
                </a:solidFill>
                <a:latin typeface="Cambria"/>
                <a:cs typeface="Cambria"/>
              </a:rPr>
              <a:t>system</a:t>
            </a:r>
            <a:r>
              <a:rPr sz="900" dirty="0">
                <a:solidFill>
                  <a:srgbClr val="131313"/>
                </a:solidFill>
                <a:latin typeface="Cambria"/>
                <a:cs typeface="Cambria"/>
              </a:rPr>
              <a:t> to</a:t>
            </a:r>
            <a:r>
              <a:rPr sz="900" spc="-10" dirty="0">
                <a:solidFill>
                  <a:srgbClr val="131313"/>
                </a:solidFill>
                <a:latin typeface="Cambria"/>
                <a:cs typeface="Cambria"/>
              </a:rPr>
              <a:t> manage</a:t>
            </a:r>
            <a:r>
              <a:rPr sz="900" spc="35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900" spc="-10" dirty="0">
                <a:solidFill>
                  <a:srgbClr val="111111"/>
                </a:solidFill>
                <a:latin typeface="Cambria"/>
                <a:cs typeface="Cambria"/>
              </a:rPr>
              <a:t>memory</a:t>
            </a:r>
            <a:r>
              <a:rPr sz="900" spc="35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900" dirty="0">
                <a:solidFill>
                  <a:srgbClr val="131313"/>
                </a:solidFill>
                <a:latin typeface="Cambria"/>
                <a:cs typeface="Cambria"/>
              </a:rPr>
              <a:t>in</a:t>
            </a:r>
            <a:r>
              <a:rPr sz="900" spc="-20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900" spc="-10" dirty="0">
                <a:solidFill>
                  <a:srgbClr val="131313"/>
                </a:solidFill>
                <a:latin typeface="Cambria"/>
                <a:cs typeface="Cambria"/>
              </a:rPr>
              <a:t>fixed-</a:t>
            </a:r>
            <a:r>
              <a:rPr sz="900" dirty="0">
                <a:solidFill>
                  <a:srgbClr val="131313"/>
                </a:solidFill>
                <a:latin typeface="Cambria"/>
                <a:cs typeface="Cambria"/>
              </a:rPr>
              <a:t>size</a:t>
            </a:r>
            <a:r>
              <a:rPr sz="900" spc="35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900" spc="-10" dirty="0">
                <a:solidFill>
                  <a:srgbClr val="0F0F0F"/>
                </a:solidFill>
                <a:latin typeface="Cambria"/>
                <a:cs typeface="Cambria"/>
              </a:rPr>
              <a:t>units,</a:t>
            </a:r>
            <a:r>
              <a:rPr sz="900" spc="500" dirty="0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sz="900" spc="-10" dirty="0">
                <a:solidFill>
                  <a:srgbClr val="111111"/>
                </a:solidFill>
                <a:latin typeface="Cambria"/>
                <a:cs typeface="Cambria"/>
              </a:rPr>
              <a:t>reducing</a:t>
            </a:r>
            <a:r>
              <a:rPr sz="900" spc="20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900" spc="-10" dirty="0">
                <a:solidFill>
                  <a:srgbClr val="111111"/>
                </a:solidFill>
                <a:latin typeface="Cambria"/>
                <a:cs typeface="Cambria"/>
              </a:rPr>
              <a:t>complexity</a:t>
            </a:r>
            <a:r>
              <a:rPr sz="900" spc="65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900" dirty="0">
                <a:solidFill>
                  <a:srgbClr val="161616"/>
                </a:solidFill>
                <a:latin typeface="Cambria"/>
                <a:cs typeface="Cambria"/>
              </a:rPr>
              <a:t>in</a:t>
            </a:r>
            <a:r>
              <a:rPr sz="900" spc="-30" dirty="0">
                <a:solidFill>
                  <a:srgbClr val="161616"/>
                </a:solidFill>
                <a:latin typeface="Cambria"/>
                <a:cs typeface="Cambria"/>
              </a:rPr>
              <a:t> </a:t>
            </a:r>
            <a:r>
              <a:rPr sz="900" spc="-10" dirty="0">
                <a:solidFill>
                  <a:srgbClr val="111111"/>
                </a:solidFill>
                <a:latin typeface="Cambria"/>
                <a:cs typeface="Cambria"/>
              </a:rPr>
              <a:t>allocation</a:t>
            </a:r>
            <a:r>
              <a:rPr sz="900" spc="70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900" spc="-20" dirty="0">
                <a:solidFill>
                  <a:srgbClr val="111111"/>
                </a:solidFill>
                <a:latin typeface="Cambria"/>
                <a:cs typeface="Cambria"/>
              </a:rPr>
              <a:t>and</a:t>
            </a:r>
            <a:r>
              <a:rPr sz="900" spc="-25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900" spc="-10" dirty="0">
                <a:solidFill>
                  <a:srgbClr val="111111"/>
                </a:solidFill>
                <a:latin typeface="Cambria"/>
                <a:cs typeface="Cambria"/>
              </a:rPr>
              <a:t>deallocation.</a:t>
            </a:r>
            <a:endParaRPr sz="900" dirty="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7969" y="3246945"/>
            <a:ext cx="2418715" cy="937564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16205">
              <a:lnSpc>
                <a:spcPct val="100000"/>
              </a:lnSpc>
              <a:spcBef>
                <a:spcPts val="725"/>
              </a:spcBef>
            </a:pPr>
            <a:r>
              <a:rPr sz="900" b="1" dirty="0">
                <a:solidFill>
                  <a:srgbClr val="131313"/>
                </a:solidFill>
                <a:latin typeface="Cambria"/>
                <a:cs typeface="Cambria"/>
              </a:rPr>
              <a:t>SEGMENTATION</a:t>
            </a:r>
            <a:r>
              <a:rPr sz="900" b="1" spc="200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900" b="1" dirty="0">
                <a:solidFill>
                  <a:srgbClr val="0E0E0E"/>
                </a:solidFill>
                <a:latin typeface="Cambria"/>
                <a:cs typeface="Cambria"/>
              </a:rPr>
              <a:t>ENHANCES</a:t>
            </a:r>
            <a:r>
              <a:rPr sz="900" b="1" spc="215" dirty="0">
                <a:solidFill>
                  <a:srgbClr val="0E0E0E"/>
                </a:solidFill>
                <a:latin typeface="Cambria"/>
                <a:cs typeface="Cambria"/>
              </a:rPr>
              <a:t> </a:t>
            </a:r>
            <a:r>
              <a:rPr sz="900" b="1" spc="-10" dirty="0">
                <a:solidFill>
                  <a:srgbClr val="111111"/>
                </a:solidFill>
                <a:latin typeface="Cambria"/>
                <a:cs typeface="Cambria"/>
              </a:rPr>
              <a:t>MODULARITY</a:t>
            </a:r>
            <a:endParaRPr sz="900" dirty="0">
              <a:latin typeface="Cambria"/>
              <a:cs typeface="Cambria"/>
            </a:endParaRPr>
          </a:p>
          <a:p>
            <a:pPr marL="12700" marR="5080" indent="309245" algn="r">
              <a:lnSpc>
                <a:spcPct val="121300"/>
              </a:lnSpc>
              <a:spcBef>
                <a:spcPts val="350"/>
              </a:spcBef>
            </a:pPr>
            <a:r>
              <a:rPr sz="900" dirty="0">
                <a:solidFill>
                  <a:srgbClr val="111111"/>
                </a:solidFill>
                <a:latin typeface="Cambria"/>
                <a:cs typeface="Cambria"/>
              </a:rPr>
              <a:t>Due</a:t>
            </a:r>
            <a:r>
              <a:rPr sz="900" spc="-5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900" dirty="0">
                <a:solidFill>
                  <a:srgbClr val="111111"/>
                </a:solidFill>
                <a:latin typeface="Cambria"/>
                <a:cs typeface="Cambria"/>
              </a:rPr>
              <a:t>to</a:t>
            </a:r>
            <a:r>
              <a:rPr sz="900" spc="5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900" dirty="0">
                <a:solidFill>
                  <a:srgbClr val="131313"/>
                </a:solidFill>
                <a:latin typeface="Cambria"/>
                <a:cs typeface="Cambria"/>
              </a:rPr>
              <a:t>its</a:t>
            </a:r>
            <a:r>
              <a:rPr sz="900" spc="15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900" dirty="0">
                <a:solidFill>
                  <a:srgbClr val="131313"/>
                </a:solidFill>
                <a:latin typeface="Cambria"/>
                <a:cs typeface="Cambria"/>
              </a:rPr>
              <a:t>logical </a:t>
            </a:r>
            <a:r>
              <a:rPr sz="900" dirty="0">
                <a:solidFill>
                  <a:srgbClr val="111111"/>
                </a:solidFill>
                <a:latin typeface="Cambria"/>
                <a:cs typeface="Cambria"/>
              </a:rPr>
              <a:t>structure,</a:t>
            </a:r>
            <a:r>
              <a:rPr sz="900" spc="35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900" spc="-20" dirty="0">
                <a:solidFill>
                  <a:srgbClr val="111111"/>
                </a:solidFill>
                <a:latin typeface="Cambria"/>
                <a:cs typeface="Cambria"/>
              </a:rPr>
              <a:t>segmentation</a:t>
            </a:r>
            <a:r>
              <a:rPr sz="900" spc="85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900" spc="-10" dirty="0">
                <a:solidFill>
                  <a:srgbClr val="111111"/>
                </a:solidFill>
                <a:latin typeface="Cambria"/>
                <a:cs typeface="Cambria"/>
              </a:rPr>
              <a:t>allows</a:t>
            </a:r>
            <a:r>
              <a:rPr sz="900" spc="500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900" spc="-10" dirty="0">
                <a:solidFill>
                  <a:srgbClr val="111111"/>
                </a:solidFill>
                <a:latin typeface="Cambria"/>
                <a:cs typeface="Cambria"/>
              </a:rPr>
              <a:t>programs</a:t>
            </a:r>
            <a:r>
              <a:rPr sz="900" spc="30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900" dirty="0">
                <a:solidFill>
                  <a:srgbClr val="151515"/>
                </a:solidFill>
                <a:latin typeface="Cambria"/>
                <a:cs typeface="Cambria"/>
              </a:rPr>
              <a:t>to</a:t>
            </a:r>
            <a:r>
              <a:rPr sz="900" spc="-15" dirty="0">
                <a:solidFill>
                  <a:srgbClr val="151515"/>
                </a:solidFill>
                <a:latin typeface="Cambria"/>
                <a:cs typeface="Cambria"/>
              </a:rPr>
              <a:t> </a:t>
            </a:r>
            <a:r>
              <a:rPr sz="900" dirty="0">
                <a:solidFill>
                  <a:srgbClr val="131313"/>
                </a:solidFill>
                <a:latin typeface="Cambria"/>
                <a:cs typeface="Cambria"/>
              </a:rPr>
              <a:t>be </a:t>
            </a:r>
            <a:r>
              <a:rPr sz="900" spc="-10" dirty="0">
                <a:solidFill>
                  <a:srgbClr val="131313"/>
                </a:solidFill>
                <a:latin typeface="Cambria"/>
                <a:cs typeface="Cambria"/>
              </a:rPr>
              <a:t>more</a:t>
            </a:r>
            <a:r>
              <a:rPr sz="900" spc="15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900" spc="-10" dirty="0">
                <a:solidFill>
                  <a:srgbClr val="0E0E0E"/>
                </a:solidFill>
                <a:latin typeface="Cambria"/>
                <a:cs typeface="Cambria"/>
              </a:rPr>
              <a:t>modular</a:t>
            </a:r>
            <a:r>
              <a:rPr sz="900" spc="35" dirty="0">
                <a:solidFill>
                  <a:srgbClr val="0E0E0E"/>
                </a:solidFill>
                <a:latin typeface="Cambria"/>
                <a:cs typeface="Cambria"/>
              </a:rPr>
              <a:t> </a:t>
            </a:r>
            <a:r>
              <a:rPr sz="900" spc="-20" dirty="0">
                <a:solidFill>
                  <a:srgbClr val="111111"/>
                </a:solidFill>
                <a:latin typeface="Cambria"/>
                <a:cs typeface="Cambria"/>
              </a:rPr>
              <a:t>and </a:t>
            </a:r>
            <a:r>
              <a:rPr sz="900" spc="-10" dirty="0">
                <a:solidFill>
                  <a:srgbClr val="131313"/>
                </a:solidFill>
                <a:latin typeface="Cambria"/>
                <a:cs typeface="Cambria"/>
              </a:rPr>
              <a:t>facilitates</a:t>
            </a:r>
            <a:r>
              <a:rPr sz="900" spc="35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900" spc="-10" dirty="0">
                <a:solidFill>
                  <a:srgbClr val="131313"/>
                </a:solidFill>
                <a:latin typeface="Cambria"/>
                <a:cs typeface="Cambria"/>
              </a:rPr>
              <a:t>easier</a:t>
            </a:r>
            <a:r>
              <a:rPr sz="900" spc="500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900" spc="-20" dirty="0">
                <a:solidFill>
                  <a:srgbClr val="111111"/>
                </a:solidFill>
                <a:latin typeface="Cambria"/>
                <a:cs typeface="Cambria"/>
              </a:rPr>
              <a:t>sharing</a:t>
            </a:r>
            <a:r>
              <a:rPr sz="900" spc="25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900" spc="-10" dirty="0">
                <a:solidFill>
                  <a:srgbClr val="131313"/>
                </a:solidFill>
                <a:latin typeface="Cambria"/>
                <a:cs typeface="Cambria"/>
              </a:rPr>
              <a:t>and </a:t>
            </a:r>
            <a:r>
              <a:rPr sz="900" spc="-10" dirty="0">
                <a:solidFill>
                  <a:srgbClr val="111111"/>
                </a:solidFill>
                <a:latin typeface="Cambria"/>
                <a:cs typeface="Cambria"/>
              </a:rPr>
              <a:t>protection</a:t>
            </a:r>
            <a:r>
              <a:rPr sz="900" spc="40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900" dirty="0">
                <a:solidFill>
                  <a:srgbClr val="111111"/>
                </a:solidFill>
                <a:latin typeface="Cambria"/>
                <a:cs typeface="Cambria"/>
              </a:rPr>
              <a:t>of</a:t>
            </a:r>
            <a:r>
              <a:rPr sz="900" spc="-5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900" spc="-10" dirty="0">
                <a:solidFill>
                  <a:srgbClr val="131313"/>
                </a:solidFill>
                <a:latin typeface="Cambria"/>
                <a:cs typeface="Cambria"/>
              </a:rPr>
              <a:t>segments</a:t>
            </a:r>
            <a:r>
              <a:rPr sz="900" spc="20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900" spc="-10" dirty="0">
                <a:solidFill>
                  <a:srgbClr val="0F0F0F"/>
                </a:solidFill>
                <a:latin typeface="Cambria"/>
                <a:cs typeface="Cambria"/>
              </a:rPr>
              <a:t>between</a:t>
            </a:r>
            <a:r>
              <a:rPr sz="900" spc="45" dirty="0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sz="900" spc="-10" dirty="0">
                <a:solidFill>
                  <a:srgbClr val="111111"/>
                </a:solidFill>
                <a:latin typeface="Cambria"/>
                <a:cs typeface="Cambria"/>
              </a:rPr>
              <a:t>processes.</a:t>
            </a:r>
            <a:endParaRPr sz="900" dirty="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17679" y="893777"/>
            <a:ext cx="2322195" cy="937629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900" b="1" spc="-25" dirty="0">
                <a:solidFill>
                  <a:srgbClr val="131313"/>
                </a:solidFill>
                <a:latin typeface="Cambria"/>
                <a:cs typeface="Cambria"/>
              </a:rPr>
              <a:t>PAGING</a:t>
            </a:r>
            <a:r>
              <a:rPr sz="900" b="1" spc="90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900" b="1" dirty="0">
                <a:solidFill>
                  <a:srgbClr val="131313"/>
                </a:solidFill>
                <a:latin typeface="Cambria"/>
                <a:cs typeface="Cambria"/>
              </a:rPr>
              <a:t>USES</a:t>
            </a:r>
            <a:r>
              <a:rPr sz="900" b="1" spc="50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900" b="1" spc="-25" dirty="0">
                <a:solidFill>
                  <a:srgbClr val="111111"/>
                </a:solidFill>
                <a:latin typeface="Cambria"/>
                <a:cs typeface="Cambria"/>
              </a:rPr>
              <a:t>FIXED-</a:t>
            </a:r>
            <a:r>
              <a:rPr sz="900" b="1" dirty="0">
                <a:solidFill>
                  <a:srgbClr val="111111"/>
                </a:solidFill>
                <a:latin typeface="Cambria"/>
                <a:cs typeface="Cambria"/>
              </a:rPr>
              <a:t>SIZE</a:t>
            </a:r>
            <a:r>
              <a:rPr sz="900" b="1" spc="35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900" b="1" spc="-10" dirty="0">
                <a:solidFill>
                  <a:srgbClr val="111111"/>
                </a:solidFill>
                <a:latin typeface="Cambria"/>
                <a:cs typeface="Cambria"/>
              </a:rPr>
              <a:t>BLOCKS</a:t>
            </a:r>
            <a:endParaRPr sz="900" dirty="0">
              <a:latin typeface="Cambria"/>
              <a:cs typeface="Cambria"/>
            </a:endParaRPr>
          </a:p>
          <a:p>
            <a:pPr marL="13970" marR="5080" indent="-1905">
              <a:lnSpc>
                <a:spcPct val="123300"/>
              </a:lnSpc>
              <a:spcBef>
                <a:spcPts val="325"/>
              </a:spcBef>
            </a:pPr>
            <a:r>
              <a:rPr sz="900" spc="-10" dirty="0">
                <a:solidFill>
                  <a:srgbClr val="111111"/>
                </a:solidFill>
                <a:latin typeface="Cambria"/>
                <a:cs typeface="Cambria"/>
              </a:rPr>
              <a:t>Paging</a:t>
            </a:r>
            <a:r>
              <a:rPr sz="900" spc="-5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900" spc="-20" dirty="0">
                <a:solidFill>
                  <a:srgbClr val="111111"/>
                </a:solidFill>
                <a:latin typeface="Cambria"/>
                <a:cs typeface="Cambria"/>
              </a:rPr>
              <a:t>divides</a:t>
            </a:r>
            <a:r>
              <a:rPr sz="900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900" spc="-10" dirty="0">
                <a:solidFill>
                  <a:srgbClr val="131313"/>
                </a:solidFill>
                <a:latin typeface="Cambria"/>
                <a:cs typeface="Cambria"/>
              </a:rPr>
              <a:t>memory</a:t>
            </a:r>
            <a:r>
              <a:rPr sz="900" spc="50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900" dirty="0">
                <a:solidFill>
                  <a:srgbClr val="161616"/>
                </a:solidFill>
                <a:latin typeface="Cambria"/>
                <a:cs typeface="Cambria"/>
              </a:rPr>
              <a:t>into</a:t>
            </a:r>
            <a:r>
              <a:rPr sz="900" spc="15" dirty="0">
                <a:solidFill>
                  <a:srgbClr val="161616"/>
                </a:solidFill>
                <a:latin typeface="Cambria"/>
                <a:cs typeface="Cambria"/>
              </a:rPr>
              <a:t> </a:t>
            </a:r>
            <a:r>
              <a:rPr sz="900" spc="-20" dirty="0">
                <a:solidFill>
                  <a:srgbClr val="111111"/>
                </a:solidFill>
                <a:latin typeface="Cambria"/>
                <a:cs typeface="Cambria"/>
              </a:rPr>
              <a:t>equal-</a:t>
            </a:r>
            <a:r>
              <a:rPr sz="900" dirty="0">
                <a:solidFill>
                  <a:srgbClr val="111111"/>
                </a:solidFill>
                <a:latin typeface="Cambria"/>
                <a:cs typeface="Cambria"/>
              </a:rPr>
              <a:t>sized</a:t>
            </a:r>
            <a:r>
              <a:rPr sz="900" spc="40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900" spc="-10" dirty="0">
                <a:solidFill>
                  <a:srgbClr val="111111"/>
                </a:solidFill>
                <a:latin typeface="Cambria"/>
                <a:cs typeface="Cambria"/>
              </a:rPr>
              <a:t>blocks</a:t>
            </a:r>
            <a:r>
              <a:rPr sz="900" spc="45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900" spc="-10" dirty="0">
                <a:solidFill>
                  <a:srgbClr val="131313"/>
                </a:solidFill>
                <a:latin typeface="Cambria"/>
                <a:cs typeface="Cambria"/>
              </a:rPr>
              <a:t>called</a:t>
            </a:r>
            <a:r>
              <a:rPr sz="900" spc="500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900" spc="-10" dirty="0">
                <a:solidFill>
                  <a:srgbClr val="131313"/>
                </a:solidFill>
                <a:latin typeface="Cambria"/>
                <a:cs typeface="Cambria"/>
              </a:rPr>
              <a:t>pages.</a:t>
            </a:r>
            <a:r>
              <a:rPr sz="900" spc="25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900" spc="-10" dirty="0">
                <a:solidFill>
                  <a:srgbClr val="131313"/>
                </a:solidFill>
                <a:latin typeface="Cambria"/>
                <a:cs typeface="Cambria"/>
              </a:rPr>
              <a:t>This technique</a:t>
            </a:r>
            <a:r>
              <a:rPr sz="900" spc="45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900" spc="-25" dirty="0">
                <a:solidFill>
                  <a:srgbClr val="111111"/>
                </a:solidFill>
                <a:latin typeface="Cambria"/>
                <a:cs typeface="Cambria"/>
              </a:rPr>
              <a:t>allows</a:t>
            </a:r>
            <a:r>
              <a:rPr sz="900" spc="35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900" dirty="0">
                <a:solidFill>
                  <a:srgbClr val="131313"/>
                </a:solidFill>
                <a:latin typeface="Cambria"/>
                <a:cs typeface="Cambria"/>
              </a:rPr>
              <a:t>for</a:t>
            </a:r>
            <a:r>
              <a:rPr sz="900" spc="20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900" dirty="0">
                <a:solidFill>
                  <a:srgbClr val="131313"/>
                </a:solidFill>
                <a:latin typeface="Cambria"/>
                <a:cs typeface="Cambria"/>
              </a:rPr>
              <a:t>efficient</a:t>
            </a:r>
            <a:r>
              <a:rPr sz="900" spc="20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900" spc="-10" dirty="0">
                <a:solidFill>
                  <a:srgbClr val="0F0F0F"/>
                </a:solidFill>
                <a:latin typeface="Cambria"/>
                <a:cs typeface="Cambria"/>
              </a:rPr>
              <a:t>memory</a:t>
            </a:r>
            <a:r>
              <a:rPr sz="900" spc="500" dirty="0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sz="900" spc="-10" dirty="0">
                <a:solidFill>
                  <a:srgbClr val="111111"/>
                </a:solidFill>
                <a:latin typeface="Cambria"/>
                <a:cs typeface="Cambria"/>
              </a:rPr>
              <a:t>allocation</a:t>
            </a:r>
            <a:r>
              <a:rPr sz="900" spc="55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900" spc="-10" dirty="0">
                <a:solidFill>
                  <a:srgbClr val="151515"/>
                </a:solidFill>
                <a:latin typeface="Cambria"/>
                <a:cs typeface="Cambria"/>
              </a:rPr>
              <a:t>and </a:t>
            </a:r>
            <a:r>
              <a:rPr sz="900" spc="-20" dirty="0">
                <a:solidFill>
                  <a:srgbClr val="0F0F0F"/>
                </a:solidFill>
                <a:latin typeface="Cambria"/>
                <a:cs typeface="Cambria"/>
              </a:rPr>
              <a:t>eliminates</a:t>
            </a:r>
            <a:r>
              <a:rPr sz="900" spc="30" dirty="0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sz="900" dirty="0">
                <a:solidFill>
                  <a:srgbClr val="0F0F0F"/>
                </a:solidFill>
                <a:latin typeface="Cambria"/>
                <a:cs typeface="Cambria"/>
              </a:rPr>
              <a:t>the</a:t>
            </a:r>
            <a:r>
              <a:rPr sz="900" spc="10" dirty="0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sz="900" dirty="0">
                <a:solidFill>
                  <a:srgbClr val="151515"/>
                </a:solidFill>
                <a:latin typeface="Cambria"/>
                <a:cs typeface="Cambria"/>
              </a:rPr>
              <a:t>need for</a:t>
            </a:r>
            <a:r>
              <a:rPr sz="900" spc="-5" dirty="0">
                <a:solidFill>
                  <a:srgbClr val="151515"/>
                </a:solidFill>
                <a:latin typeface="Cambria"/>
                <a:cs typeface="Cambria"/>
              </a:rPr>
              <a:t> </a:t>
            </a:r>
            <a:r>
              <a:rPr sz="900" spc="-10" dirty="0">
                <a:solidFill>
                  <a:srgbClr val="111111"/>
                </a:solidFill>
                <a:latin typeface="Cambria"/>
                <a:cs typeface="Cambria"/>
              </a:rPr>
              <a:t>contiguous</a:t>
            </a:r>
            <a:r>
              <a:rPr sz="900" spc="500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900" spc="-10" dirty="0">
                <a:solidFill>
                  <a:srgbClr val="111111"/>
                </a:solidFill>
                <a:latin typeface="Cambria"/>
                <a:cs typeface="Cambria"/>
              </a:rPr>
              <a:t>memory</a:t>
            </a:r>
            <a:r>
              <a:rPr sz="900" spc="25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900" spc="-10" dirty="0">
                <a:solidFill>
                  <a:srgbClr val="111111"/>
                </a:solidFill>
                <a:latin typeface="Cambria"/>
                <a:cs typeface="Cambria"/>
              </a:rPr>
              <a:t>allocation.</a:t>
            </a:r>
            <a:endParaRPr sz="900" dirty="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15803" y="2059178"/>
            <a:ext cx="2339975" cy="10321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96265" indent="-635">
              <a:lnSpc>
                <a:spcPct val="114300"/>
              </a:lnSpc>
              <a:spcBef>
                <a:spcPts val="100"/>
              </a:spcBef>
            </a:pPr>
            <a:r>
              <a:rPr sz="900" spc="-60" dirty="0">
                <a:solidFill>
                  <a:srgbClr val="0F0F0F"/>
                </a:solidFill>
                <a:latin typeface="Cambria"/>
                <a:cs typeface="Cambria"/>
              </a:rPr>
              <a:t>EXTERNAL</a:t>
            </a:r>
            <a:r>
              <a:rPr sz="900" spc="50" dirty="0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sz="900" spc="-70" dirty="0">
                <a:solidFill>
                  <a:srgbClr val="0F0F0F"/>
                </a:solidFill>
                <a:latin typeface="Cambria"/>
                <a:cs typeface="Cambria"/>
              </a:rPr>
              <a:t>FRAGMENTATION</a:t>
            </a:r>
            <a:r>
              <a:rPr sz="900" spc="114" dirty="0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sz="900" spc="-25" dirty="0">
                <a:solidFill>
                  <a:srgbClr val="131313"/>
                </a:solidFill>
                <a:latin typeface="Cambria"/>
                <a:cs typeface="Cambria"/>
              </a:rPr>
              <a:t>IN</a:t>
            </a:r>
            <a:r>
              <a:rPr sz="900" spc="-10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900" spc="-10" dirty="0">
                <a:solidFill>
                  <a:srgbClr val="111111"/>
                </a:solidFill>
                <a:latin typeface="Cambria"/>
                <a:cs typeface="Cambria"/>
              </a:rPr>
              <a:t>SEGMENTATION</a:t>
            </a:r>
            <a:endParaRPr sz="900" dirty="0">
              <a:latin typeface="Cambria"/>
              <a:cs typeface="Cambria"/>
            </a:endParaRPr>
          </a:p>
          <a:p>
            <a:pPr marL="14604" marR="5080" indent="-635">
              <a:lnSpc>
                <a:spcPct val="122500"/>
              </a:lnSpc>
              <a:spcBef>
                <a:spcPts val="285"/>
              </a:spcBef>
            </a:pPr>
            <a:r>
              <a:rPr sz="900" spc="-10" dirty="0">
                <a:solidFill>
                  <a:srgbClr val="0F0F0F"/>
                </a:solidFill>
                <a:latin typeface="Cambria"/>
                <a:cs typeface="Cambria"/>
              </a:rPr>
              <a:t>Segmentation</a:t>
            </a:r>
            <a:r>
              <a:rPr sz="900" spc="90" dirty="0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sz="900" dirty="0">
                <a:solidFill>
                  <a:srgbClr val="161616"/>
                </a:solidFill>
                <a:latin typeface="Cambria"/>
                <a:cs typeface="Cambria"/>
              </a:rPr>
              <a:t>can</a:t>
            </a:r>
            <a:r>
              <a:rPr sz="900" spc="5" dirty="0">
                <a:solidFill>
                  <a:srgbClr val="161616"/>
                </a:solidFill>
                <a:latin typeface="Cambria"/>
                <a:cs typeface="Cambria"/>
              </a:rPr>
              <a:t> </a:t>
            </a:r>
            <a:r>
              <a:rPr sz="900" dirty="0">
                <a:solidFill>
                  <a:srgbClr val="111111"/>
                </a:solidFill>
                <a:latin typeface="Cambria"/>
                <a:cs typeface="Cambria"/>
              </a:rPr>
              <a:t>lead</a:t>
            </a:r>
            <a:r>
              <a:rPr sz="900" spc="5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900" dirty="0">
                <a:solidFill>
                  <a:srgbClr val="131313"/>
                </a:solidFill>
                <a:latin typeface="Cambria"/>
                <a:cs typeface="Cambria"/>
              </a:rPr>
              <a:t>to</a:t>
            </a:r>
            <a:r>
              <a:rPr sz="900" spc="-30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900" dirty="0">
                <a:solidFill>
                  <a:srgbClr val="111111"/>
                </a:solidFill>
                <a:latin typeface="Cambria"/>
                <a:cs typeface="Cambria"/>
              </a:rPr>
              <a:t>external</a:t>
            </a:r>
            <a:r>
              <a:rPr sz="900" spc="25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900" b="1" spc="-10" dirty="0">
                <a:solidFill>
                  <a:srgbClr val="111111"/>
                </a:solidFill>
                <a:latin typeface="Cambria"/>
                <a:cs typeface="Cambria"/>
              </a:rPr>
              <a:t>fragmentation,</a:t>
            </a:r>
            <a:r>
              <a:rPr sz="900" b="1" spc="500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900" spc="-10" dirty="0">
                <a:solidFill>
                  <a:srgbClr val="111111"/>
                </a:solidFill>
                <a:latin typeface="Cambria"/>
                <a:cs typeface="Cambria"/>
              </a:rPr>
              <a:t>where</a:t>
            </a:r>
            <a:r>
              <a:rPr sz="900" spc="10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900" dirty="0">
                <a:solidFill>
                  <a:srgbClr val="131313"/>
                </a:solidFill>
                <a:latin typeface="Cambria"/>
                <a:cs typeface="Cambria"/>
              </a:rPr>
              <a:t>free</a:t>
            </a:r>
            <a:r>
              <a:rPr sz="900" spc="-10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900" spc="-10" dirty="0">
                <a:solidFill>
                  <a:srgbClr val="111111"/>
                </a:solidFill>
                <a:latin typeface="Cambria"/>
                <a:cs typeface="Cambria"/>
              </a:rPr>
              <a:t>memory</a:t>
            </a:r>
            <a:r>
              <a:rPr sz="900" spc="20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900" spc="-10" dirty="0">
                <a:solidFill>
                  <a:srgbClr val="111111"/>
                </a:solidFill>
                <a:latin typeface="Cambria"/>
                <a:cs typeface="Cambria"/>
              </a:rPr>
              <a:t>is</a:t>
            </a:r>
            <a:r>
              <a:rPr sz="900" spc="-15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900" spc="-10" dirty="0">
                <a:solidFill>
                  <a:srgbClr val="131313"/>
                </a:solidFill>
                <a:latin typeface="Cambria"/>
                <a:cs typeface="Cambria"/>
              </a:rPr>
              <a:t>split</a:t>
            </a:r>
            <a:r>
              <a:rPr sz="900" spc="10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900" dirty="0">
                <a:solidFill>
                  <a:srgbClr val="111111"/>
                </a:solidFill>
                <a:latin typeface="Cambria"/>
                <a:cs typeface="Cambria"/>
              </a:rPr>
              <a:t>into</a:t>
            </a:r>
            <a:r>
              <a:rPr sz="900" spc="-10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900" spc="-15" dirty="0">
                <a:solidFill>
                  <a:srgbClr val="131313"/>
                </a:solidFill>
                <a:latin typeface="Cambria"/>
                <a:cs typeface="Cambria"/>
              </a:rPr>
              <a:t>small</a:t>
            </a:r>
            <a:r>
              <a:rPr sz="900" spc="20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900" spc="-25" dirty="0">
                <a:solidFill>
                  <a:srgbClr val="111111"/>
                </a:solidFill>
                <a:latin typeface="Cambria"/>
                <a:cs typeface="Cambria"/>
              </a:rPr>
              <a:t>now-</a:t>
            </a:r>
            <a:r>
              <a:rPr sz="900" spc="-10" dirty="0">
                <a:solidFill>
                  <a:srgbClr val="111111"/>
                </a:solidFill>
                <a:latin typeface="Cambria"/>
                <a:cs typeface="Cambria"/>
              </a:rPr>
              <a:t>contiguous</a:t>
            </a:r>
            <a:r>
              <a:rPr sz="900" spc="500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900" spc="-10" dirty="0">
                <a:solidFill>
                  <a:srgbClr val="111111"/>
                </a:solidFill>
                <a:latin typeface="Cambria"/>
                <a:cs typeface="Cambria"/>
              </a:rPr>
              <a:t>blocks,</a:t>
            </a:r>
            <a:r>
              <a:rPr sz="900" spc="40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900" spc="-25" dirty="0">
                <a:solidFill>
                  <a:srgbClr val="131313"/>
                </a:solidFill>
                <a:latin typeface="Cambria"/>
                <a:cs typeface="Cambria"/>
              </a:rPr>
              <a:t>making</a:t>
            </a:r>
            <a:r>
              <a:rPr sz="900" spc="55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900" dirty="0">
                <a:solidFill>
                  <a:srgbClr val="151515"/>
                </a:solidFill>
                <a:latin typeface="Cambria"/>
                <a:cs typeface="Cambria"/>
              </a:rPr>
              <a:t>it</a:t>
            </a:r>
            <a:r>
              <a:rPr sz="900" spc="-10" dirty="0">
                <a:solidFill>
                  <a:srgbClr val="151515"/>
                </a:solidFill>
                <a:latin typeface="Cambria"/>
                <a:cs typeface="Cambria"/>
              </a:rPr>
              <a:t> </a:t>
            </a:r>
            <a:r>
              <a:rPr sz="900" spc="-10" dirty="0">
                <a:solidFill>
                  <a:srgbClr val="111111"/>
                </a:solidFill>
                <a:latin typeface="Cambria"/>
                <a:cs typeface="Cambria"/>
              </a:rPr>
              <a:t>difficult</a:t>
            </a:r>
            <a:r>
              <a:rPr sz="900" spc="35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900" dirty="0">
                <a:solidFill>
                  <a:srgbClr val="151515"/>
                </a:solidFill>
                <a:latin typeface="Cambria"/>
                <a:cs typeface="Cambria"/>
              </a:rPr>
              <a:t>to</a:t>
            </a:r>
            <a:r>
              <a:rPr sz="900" spc="10" dirty="0">
                <a:solidFill>
                  <a:srgbClr val="151515"/>
                </a:solidFill>
                <a:latin typeface="Cambria"/>
                <a:cs typeface="Cambria"/>
              </a:rPr>
              <a:t> </a:t>
            </a:r>
            <a:r>
              <a:rPr sz="900" spc="-10" dirty="0">
                <a:solidFill>
                  <a:srgbClr val="111111"/>
                </a:solidFill>
                <a:latin typeface="Cambria"/>
                <a:cs typeface="Cambria"/>
              </a:rPr>
              <a:t>allocate</a:t>
            </a:r>
            <a:r>
              <a:rPr sz="900" spc="65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900" spc="-10" dirty="0">
                <a:solidFill>
                  <a:srgbClr val="111111"/>
                </a:solidFill>
                <a:latin typeface="Cambria"/>
                <a:cs typeface="Cambria"/>
              </a:rPr>
              <a:t>larger</a:t>
            </a:r>
            <a:r>
              <a:rPr sz="900" spc="25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900" spc="-10" dirty="0">
                <a:solidFill>
                  <a:srgbClr val="161616"/>
                </a:solidFill>
                <a:latin typeface="Cambria"/>
                <a:cs typeface="Cambria"/>
              </a:rPr>
              <a:t>segments.</a:t>
            </a:r>
            <a:endParaRPr sz="900" dirty="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17679" y="3228594"/>
            <a:ext cx="2406650" cy="930511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770"/>
              </a:spcBef>
            </a:pPr>
            <a:r>
              <a:rPr sz="900" spc="-40" dirty="0">
                <a:solidFill>
                  <a:srgbClr val="111111"/>
                </a:solidFill>
                <a:latin typeface="Cambria"/>
                <a:cs typeface="Cambria"/>
              </a:rPr>
              <a:t>INTERNAL</a:t>
            </a:r>
            <a:r>
              <a:rPr sz="900" spc="45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900" spc="-40" dirty="0">
                <a:solidFill>
                  <a:srgbClr val="0F0F0F"/>
                </a:solidFill>
                <a:latin typeface="Cambria"/>
                <a:cs typeface="Cambria"/>
              </a:rPr>
              <a:t>FRAGMENTATION</a:t>
            </a:r>
            <a:r>
              <a:rPr sz="900" spc="114" dirty="0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sz="900" spc="-40" dirty="0">
                <a:solidFill>
                  <a:srgbClr val="131313"/>
                </a:solidFill>
                <a:latin typeface="Cambria"/>
                <a:cs typeface="Cambria"/>
              </a:rPr>
              <a:t>IN</a:t>
            </a:r>
            <a:r>
              <a:rPr sz="900" spc="15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900" b="1" spc="-10" dirty="0">
                <a:solidFill>
                  <a:srgbClr val="131313"/>
                </a:solidFill>
                <a:latin typeface="Cambria"/>
                <a:cs typeface="Cambria"/>
              </a:rPr>
              <a:t>PAGING</a:t>
            </a:r>
            <a:endParaRPr sz="900" dirty="0">
              <a:latin typeface="Cambria"/>
              <a:cs typeface="Cambria"/>
            </a:endParaRPr>
          </a:p>
          <a:p>
            <a:pPr marL="13970" marR="5080" indent="-1905">
              <a:lnSpc>
                <a:spcPct val="121300"/>
              </a:lnSpc>
              <a:spcBef>
                <a:spcPts val="330"/>
              </a:spcBef>
            </a:pPr>
            <a:r>
              <a:rPr sz="900" spc="-10" dirty="0">
                <a:solidFill>
                  <a:srgbClr val="131313"/>
                </a:solidFill>
                <a:latin typeface="Cambria"/>
                <a:cs typeface="Cambria"/>
              </a:rPr>
              <a:t>Paging</a:t>
            </a:r>
            <a:r>
              <a:rPr sz="900" spc="35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900" spc="-10" dirty="0">
                <a:solidFill>
                  <a:srgbClr val="131313"/>
                </a:solidFill>
                <a:latin typeface="Cambria"/>
                <a:cs typeface="Cambria"/>
              </a:rPr>
              <a:t>may</a:t>
            </a:r>
            <a:r>
              <a:rPr sz="900" spc="65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900" dirty="0">
                <a:solidFill>
                  <a:srgbClr val="111111"/>
                </a:solidFill>
                <a:latin typeface="Cambria"/>
                <a:cs typeface="Cambria"/>
              </a:rPr>
              <a:t>cause</a:t>
            </a:r>
            <a:r>
              <a:rPr sz="900" spc="10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900" dirty="0">
                <a:solidFill>
                  <a:srgbClr val="111111"/>
                </a:solidFill>
                <a:latin typeface="Cambria"/>
                <a:cs typeface="Cambria"/>
              </a:rPr>
              <a:t>internal</a:t>
            </a:r>
            <a:r>
              <a:rPr sz="900" spc="65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900" dirty="0">
                <a:solidFill>
                  <a:srgbClr val="0F0F0F"/>
                </a:solidFill>
                <a:latin typeface="Cambria"/>
                <a:cs typeface="Cambria"/>
              </a:rPr>
              <a:t>fragmentation,</a:t>
            </a:r>
            <a:r>
              <a:rPr sz="900" spc="25" dirty="0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sz="900" spc="-10" dirty="0">
                <a:solidFill>
                  <a:srgbClr val="111111"/>
                </a:solidFill>
                <a:latin typeface="Cambria"/>
                <a:cs typeface="Cambria"/>
              </a:rPr>
              <a:t>where</a:t>
            </a:r>
            <a:r>
              <a:rPr sz="900" spc="500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900" spc="-10" dirty="0">
                <a:solidFill>
                  <a:srgbClr val="111111"/>
                </a:solidFill>
                <a:latin typeface="Cambria"/>
                <a:cs typeface="Cambria"/>
              </a:rPr>
              <a:t>allocated</a:t>
            </a:r>
            <a:r>
              <a:rPr sz="900" spc="15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900" spc="-10" dirty="0">
                <a:solidFill>
                  <a:srgbClr val="161616"/>
                </a:solidFill>
                <a:latin typeface="Cambria"/>
                <a:cs typeface="Cambria"/>
              </a:rPr>
              <a:t>pages </a:t>
            </a:r>
            <a:r>
              <a:rPr sz="900" dirty="0">
                <a:solidFill>
                  <a:srgbClr val="131313"/>
                </a:solidFill>
                <a:latin typeface="Cambria"/>
                <a:cs typeface="Cambria"/>
              </a:rPr>
              <a:t>may</a:t>
            </a:r>
            <a:r>
              <a:rPr sz="900" spc="-5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900" spc="-10" dirty="0">
                <a:solidFill>
                  <a:srgbClr val="111111"/>
                </a:solidFill>
                <a:latin typeface="Cambria"/>
                <a:cs typeface="Cambria"/>
              </a:rPr>
              <a:t>have</a:t>
            </a:r>
            <a:r>
              <a:rPr sz="900" spc="-30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900" spc="-10" dirty="0">
                <a:solidFill>
                  <a:srgbClr val="131313"/>
                </a:solidFill>
                <a:latin typeface="Cambria"/>
                <a:cs typeface="Cambria"/>
              </a:rPr>
              <a:t>unused</a:t>
            </a:r>
            <a:r>
              <a:rPr sz="900" spc="20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900" spc="-10" dirty="0">
                <a:solidFill>
                  <a:srgbClr val="131313"/>
                </a:solidFill>
                <a:latin typeface="Cambria"/>
                <a:cs typeface="Cambria"/>
              </a:rPr>
              <a:t>space</a:t>
            </a:r>
            <a:r>
              <a:rPr sz="900" spc="30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900" dirty="0">
                <a:solidFill>
                  <a:srgbClr val="111111"/>
                </a:solidFill>
                <a:latin typeface="Cambria"/>
                <a:cs typeface="Cambria"/>
              </a:rPr>
              <a:t>if</a:t>
            </a:r>
            <a:r>
              <a:rPr sz="900" spc="-15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900" dirty="0">
                <a:solidFill>
                  <a:srgbClr val="232323"/>
                </a:solidFill>
                <a:latin typeface="Cambria"/>
                <a:cs typeface="Cambria"/>
              </a:rPr>
              <a:t>the</a:t>
            </a:r>
            <a:r>
              <a:rPr sz="900" spc="-25" dirty="0">
                <a:solidFill>
                  <a:srgbClr val="232323"/>
                </a:solidFill>
                <a:latin typeface="Cambria"/>
                <a:cs typeface="Cambria"/>
              </a:rPr>
              <a:t> </a:t>
            </a:r>
            <a:r>
              <a:rPr sz="900" dirty="0">
                <a:solidFill>
                  <a:srgbClr val="111111"/>
                </a:solidFill>
                <a:latin typeface="Cambria"/>
                <a:cs typeface="Cambria"/>
              </a:rPr>
              <a:t>data</a:t>
            </a:r>
            <a:r>
              <a:rPr sz="900" spc="-20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900" spc="-20" dirty="0">
                <a:solidFill>
                  <a:srgbClr val="131313"/>
                </a:solidFill>
                <a:latin typeface="Cambria"/>
                <a:cs typeface="Cambria"/>
              </a:rPr>
              <a:t>does</a:t>
            </a:r>
            <a:r>
              <a:rPr sz="900" spc="500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900" dirty="0">
                <a:solidFill>
                  <a:srgbClr val="131313"/>
                </a:solidFill>
                <a:latin typeface="Cambria"/>
                <a:cs typeface="Cambria"/>
              </a:rPr>
              <a:t>not</a:t>
            </a:r>
            <a:r>
              <a:rPr sz="900" spc="10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900" spc="-10" dirty="0">
                <a:solidFill>
                  <a:srgbClr val="111111"/>
                </a:solidFill>
                <a:latin typeface="Cambria"/>
                <a:cs typeface="Cambria"/>
              </a:rPr>
              <a:t>completely</a:t>
            </a:r>
            <a:r>
              <a:rPr sz="900" spc="60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900" dirty="0">
                <a:solidFill>
                  <a:srgbClr val="131313"/>
                </a:solidFill>
                <a:latin typeface="Cambria"/>
                <a:cs typeface="Cambria"/>
              </a:rPr>
              <a:t>fill </a:t>
            </a:r>
            <a:r>
              <a:rPr sz="900" dirty="0">
                <a:solidFill>
                  <a:srgbClr val="161616"/>
                </a:solidFill>
                <a:latin typeface="Cambria"/>
                <a:cs typeface="Cambria"/>
              </a:rPr>
              <a:t>the</a:t>
            </a:r>
            <a:r>
              <a:rPr sz="900" spc="30" dirty="0">
                <a:solidFill>
                  <a:srgbClr val="161616"/>
                </a:solidFill>
                <a:latin typeface="Cambria"/>
                <a:cs typeface="Cambria"/>
              </a:rPr>
              <a:t> </a:t>
            </a:r>
            <a:r>
              <a:rPr sz="900" spc="-10" dirty="0">
                <a:solidFill>
                  <a:srgbClr val="111111"/>
                </a:solidFill>
                <a:latin typeface="Cambria"/>
                <a:cs typeface="Cambria"/>
              </a:rPr>
              <a:t>page,</a:t>
            </a:r>
            <a:r>
              <a:rPr sz="900" spc="40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900" spc="-20" dirty="0">
                <a:solidFill>
                  <a:srgbClr val="151515"/>
                </a:solidFill>
                <a:latin typeface="Cambria"/>
                <a:cs typeface="Cambria"/>
              </a:rPr>
              <a:t>leading</a:t>
            </a:r>
            <a:r>
              <a:rPr sz="900" spc="5" dirty="0">
                <a:solidFill>
                  <a:srgbClr val="151515"/>
                </a:solidFill>
                <a:latin typeface="Cambria"/>
                <a:cs typeface="Cambria"/>
              </a:rPr>
              <a:t> </a:t>
            </a:r>
            <a:r>
              <a:rPr sz="900" dirty="0">
                <a:solidFill>
                  <a:srgbClr val="131313"/>
                </a:solidFill>
                <a:latin typeface="Cambria"/>
                <a:cs typeface="Cambria"/>
              </a:rPr>
              <a:t>to</a:t>
            </a:r>
            <a:r>
              <a:rPr sz="900" spc="-10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900" spc="-20" dirty="0">
                <a:solidFill>
                  <a:srgbClr val="131313"/>
                </a:solidFill>
                <a:latin typeface="Cambria"/>
                <a:cs typeface="Cambria"/>
              </a:rPr>
              <a:t>wasted</a:t>
            </a:r>
            <a:r>
              <a:rPr sz="900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900" spc="-10" dirty="0">
                <a:solidFill>
                  <a:srgbClr val="111111"/>
                </a:solidFill>
                <a:latin typeface="Cambria"/>
                <a:cs typeface="Cambria"/>
              </a:rPr>
              <a:t>memory.</a:t>
            </a:r>
            <a:endParaRPr sz="9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64190" y="0"/>
            <a:ext cx="563809" cy="101193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8C8CA7F-75CD-0045-46F3-1A868B1954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845" y="0"/>
            <a:ext cx="81483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30856" y="0"/>
            <a:ext cx="670476" cy="127406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11922" y="1905000"/>
            <a:ext cx="5304155" cy="549509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 marR="5080" indent="120650" algn="ctr">
              <a:lnSpc>
                <a:spcPts val="3579"/>
              </a:lnSpc>
              <a:spcBef>
                <a:spcPts val="685"/>
              </a:spcBef>
              <a:tabLst>
                <a:tab pos="3526154" algn="l"/>
              </a:tabLst>
            </a:pPr>
            <a:r>
              <a:rPr lang="en-US" sz="3450" dirty="0">
                <a:latin typeface="Times New Roman"/>
                <a:cs typeface="Times New Roman"/>
              </a:rPr>
              <a:t>Thank  You</a:t>
            </a:r>
            <a:endParaRPr sz="34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</TotalTime>
  <Words>549</Words>
  <Application>Microsoft Office PowerPoint</Application>
  <PresentationFormat>Custom</PresentationFormat>
  <Paragraphs>83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Arial MT</vt:lpstr>
      <vt:lpstr>Calibri</vt:lpstr>
      <vt:lpstr>Cambria</vt:lpstr>
      <vt:lpstr>Courier New</vt:lpstr>
      <vt:lpstr>Times New Roman</vt:lpstr>
      <vt:lpstr>Wingdings</vt:lpstr>
      <vt:lpstr>Office Theme</vt:lpstr>
      <vt:lpstr>PowerPoint Presentation</vt:lpstr>
      <vt:lpstr>What is Paging?</vt:lpstr>
      <vt:lpstr>Why we use paging ?</vt:lpstr>
      <vt:lpstr>Paging Hardware</vt:lpstr>
      <vt:lpstr>UNDERSTANDING PAGING IN MEMORY</vt:lpstr>
      <vt:lpstr>PowerPoint Presentation</vt:lpstr>
      <vt:lpstr>What is Segmentation ?</vt:lpstr>
      <vt:lpstr>Example of Segmentation</vt:lpstr>
      <vt:lpstr>Segmentation Hardware</vt:lpstr>
      <vt:lpstr>PowerPoint Presentation</vt:lpstr>
      <vt:lpstr>SEGMENTATION VS PAGING OVERVIEW</vt:lpstr>
      <vt:lpstr>PowerPoint Presentation</vt:lpstr>
      <vt:lpstr>Thank 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Nirupom Saha</cp:lastModifiedBy>
  <cp:revision>1</cp:revision>
  <dcterms:created xsi:type="dcterms:W3CDTF">2025-04-30T06:19:18Z</dcterms:created>
  <dcterms:modified xsi:type="dcterms:W3CDTF">2025-04-30T13:27:38Z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2025-04-30T00:00:00Z</vt:filetime>
  </property>
  <property fmtid="{D5CDD505-2E9C-101B-9397-08002B2CF9AE}" pid="3" name="Producer">
    <vt:lpwstr>jsPDF 2.5.1</vt:lpwstr>
  </property>
  <property fmtid="{D5CDD505-2E9C-101B-9397-08002B2CF9AE}" pid="4" name="LastSaved">
    <vt:filetime>2025-04-30T00:00:00Z</vt:filetime>
  </property>
</Properties>
</file>